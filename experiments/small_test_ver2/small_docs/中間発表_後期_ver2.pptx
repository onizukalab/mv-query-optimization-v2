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605" r:id="rId4"/>
    <p:sldId id="260" r:id="rId5"/>
    <p:sldId id="269" r:id="rId6"/>
    <p:sldId id="272" r:id="rId7"/>
    <p:sldId id="273" r:id="rId8"/>
    <p:sldId id="270" r:id="rId9"/>
    <p:sldId id="268" r:id="rId10"/>
    <p:sldId id="274" r:id="rId11"/>
    <p:sldId id="262" r:id="rId12"/>
    <p:sldId id="602" r:id="rId13"/>
    <p:sldId id="598" r:id="rId14"/>
    <p:sldId id="599" r:id="rId15"/>
    <p:sldId id="601" r:id="rId16"/>
    <p:sldId id="509" r:id="rId17"/>
    <p:sldId id="594" r:id="rId18"/>
    <p:sldId id="596" r:id="rId19"/>
    <p:sldId id="265" r:id="rId20"/>
    <p:sldId id="603" r:id="rId21"/>
    <p:sldId id="597" r:id="rId22"/>
    <p:sldId id="606" r:id="rId23"/>
    <p:sldId id="60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37D3C9C-4BE3-6A89-0406-39BA435152AF}" name="MASUDA Kanji" initials="カマ" userId="S::u081076c@ecs.osaka-u.ac.jp::2093d8d6-c4ea-4a6b-97c6-9657b3192cc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218B35-7D01-478F-872D-60485592DDB2}" v="1766" dt="2025-11-05T07:36:39.160"/>
    <p1510:client id="{CD687558-0525-4397-8FFA-E908BFB20945}" v="82" dt="2025-11-05T09:00:05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7" autoAdjust="0"/>
    <p:restoredTop sz="74074" autoAdjust="0"/>
  </p:normalViewPr>
  <p:slideViewPr>
    <p:cSldViewPr snapToGrid="0">
      <p:cViewPr varScale="1">
        <p:scale>
          <a:sx n="47" d="100"/>
          <a:sy n="47" d="100"/>
        </p:scale>
        <p:origin x="15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UDA Kanji" userId="2093d8d6-c4ea-4a6b-97c6-9657b3192cc5" providerId="ADAL" clId="{3855F22F-9ABF-44B3-9C84-B284B2C48FA6}"/>
    <pc:docChg chg="undo custSel addSld delSld modSld sldOrd">
      <pc:chgData name="MASUDA Kanji" userId="2093d8d6-c4ea-4a6b-97c6-9657b3192cc5" providerId="ADAL" clId="{3855F22F-9ABF-44B3-9C84-B284B2C48FA6}" dt="2025-11-05T09:00:05.905" v="9553"/>
      <pc:docMkLst>
        <pc:docMk/>
      </pc:docMkLst>
      <pc:sldChg chg="modSp mod">
        <pc:chgData name="MASUDA Kanji" userId="2093d8d6-c4ea-4a6b-97c6-9657b3192cc5" providerId="ADAL" clId="{3855F22F-9ABF-44B3-9C84-B284B2C48FA6}" dt="2025-11-05T07:45:31.748" v="9457" actId="20577"/>
        <pc:sldMkLst>
          <pc:docMk/>
          <pc:sldMk cId="2076679474" sldId="257"/>
        </pc:sldMkLst>
        <pc:spChg chg="mod">
          <ac:chgData name="MASUDA Kanji" userId="2093d8d6-c4ea-4a6b-97c6-9657b3192cc5" providerId="ADAL" clId="{3855F22F-9ABF-44B3-9C84-B284B2C48FA6}" dt="2025-11-01T01:31:24.163" v="5465" actId="20577"/>
          <ac:spMkLst>
            <pc:docMk/>
            <pc:sldMk cId="2076679474" sldId="257"/>
            <ac:spMk id="2" creationId="{ABEDC8AC-093F-0F31-13BA-54B8CCB96744}"/>
          </ac:spMkLst>
        </pc:spChg>
        <pc:spChg chg="mod">
          <ac:chgData name="MASUDA Kanji" userId="2093d8d6-c4ea-4a6b-97c6-9657b3192cc5" providerId="ADAL" clId="{3855F22F-9ABF-44B3-9C84-B284B2C48FA6}" dt="2025-11-05T07:45:31.748" v="9457" actId="20577"/>
          <ac:spMkLst>
            <pc:docMk/>
            <pc:sldMk cId="2076679474" sldId="257"/>
            <ac:spMk id="3" creationId="{94B341A7-CBDC-6F7A-7FC5-17FD6822CD77}"/>
          </ac:spMkLst>
        </pc:spChg>
      </pc:sldChg>
      <pc:sldChg chg="modSp mod">
        <pc:chgData name="MASUDA Kanji" userId="2093d8d6-c4ea-4a6b-97c6-9657b3192cc5" providerId="ADAL" clId="{3855F22F-9ABF-44B3-9C84-B284B2C48FA6}" dt="2025-11-05T02:13:24.605" v="6978" actId="113"/>
        <pc:sldMkLst>
          <pc:docMk/>
          <pc:sldMk cId="2739421628" sldId="260"/>
        </pc:sldMkLst>
        <pc:spChg chg="mod">
          <ac:chgData name="MASUDA Kanji" userId="2093d8d6-c4ea-4a6b-97c6-9657b3192cc5" providerId="ADAL" clId="{3855F22F-9ABF-44B3-9C84-B284B2C48FA6}" dt="2025-11-05T02:13:24.605" v="6978" actId="113"/>
          <ac:spMkLst>
            <pc:docMk/>
            <pc:sldMk cId="2739421628" sldId="260"/>
            <ac:spMk id="3" creationId="{56515BD8-82C8-860A-9543-F8203B5293E6}"/>
          </ac:spMkLst>
        </pc:spChg>
        <pc:spChg chg="mod">
          <ac:chgData name="MASUDA Kanji" userId="2093d8d6-c4ea-4a6b-97c6-9657b3192cc5" providerId="ADAL" clId="{3855F22F-9ABF-44B3-9C84-B284B2C48FA6}" dt="2025-11-04T08:46:20.345" v="6494" actId="1076"/>
          <ac:spMkLst>
            <pc:docMk/>
            <pc:sldMk cId="2739421628" sldId="260"/>
            <ac:spMk id="8" creationId="{E60FA052-13BD-9425-FFCF-4FF0F84581F4}"/>
          </ac:spMkLst>
        </pc:spChg>
      </pc:sldChg>
      <pc:sldChg chg="addSp delSp modSp mod">
        <pc:chgData name="MASUDA Kanji" userId="2093d8d6-c4ea-4a6b-97c6-9657b3192cc5" providerId="ADAL" clId="{3855F22F-9ABF-44B3-9C84-B284B2C48FA6}" dt="2025-11-05T02:12:05.724" v="6972" actId="113"/>
        <pc:sldMkLst>
          <pc:docMk/>
          <pc:sldMk cId="1287234835" sldId="262"/>
        </pc:sldMkLst>
        <pc:spChg chg="mod">
          <ac:chgData name="MASUDA Kanji" userId="2093d8d6-c4ea-4a6b-97c6-9657b3192cc5" providerId="ADAL" clId="{3855F22F-9ABF-44B3-9C84-B284B2C48FA6}" dt="2025-10-31T08:13:07.370" v="5456" actId="20577"/>
          <ac:spMkLst>
            <pc:docMk/>
            <pc:sldMk cId="1287234835" sldId="262"/>
            <ac:spMk id="2" creationId="{3990C9B7-E876-86F5-3670-DCC4144F6AE9}"/>
          </ac:spMkLst>
        </pc:spChg>
        <pc:spChg chg="add mod">
          <ac:chgData name="MASUDA Kanji" userId="2093d8d6-c4ea-4a6b-97c6-9657b3192cc5" providerId="ADAL" clId="{3855F22F-9ABF-44B3-9C84-B284B2C48FA6}" dt="2025-10-31T06:41:45.718" v="1922" actId="207"/>
          <ac:spMkLst>
            <pc:docMk/>
            <pc:sldMk cId="1287234835" sldId="262"/>
            <ac:spMk id="6" creationId="{A5548091-5AEB-C79B-19BF-E62A05D887CB}"/>
          </ac:spMkLst>
        </pc:spChg>
        <pc:spChg chg="add mod">
          <ac:chgData name="MASUDA Kanji" userId="2093d8d6-c4ea-4a6b-97c6-9657b3192cc5" providerId="ADAL" clId="{3855F22F-9ABF-44B3-9C84-B284B2C48FA6}" dt="2025-10-31T06:41:51.219" v="1923" actId="207"/>
          <ac:spMkLst>
            <pc:docMk/>
            <pc:sldMk cId="1287234835" sldId="262"/>
            <ac:spMk id="7" creationId="{DE1E14A4-A4FB-5665-B485-76000FA079A1}"/>
          </ac:spMkLst>
        </pc:spChg>
        <pc:spChg chg="add mod">
          <ac:chgData name="MASUDA Kanji" userId="2093d8d6-c4ea-4a6b-97c6-9657b3192cc5" providerId="ADAL" clId="{3855F22F-9ABF-44B3-9C84-B284B2C48FA6}" dt="2025-10-31T06:41:55.581" v="1924" actId="207"/>
          <ac:spMkLst>
            <pc:docMk/>
            <pc:sldMk cId="1287234835" sldId="262"/>
            <ac:spMk id="8" creationId="{661ED7E3-8D9F-A1F0-AC90-1F718440C49B}"/>
          </ac:spMkLst>
        </pc:spChg>
        <pc:spChg chg="add mod">
          <ac:chgData name="MASUDA Kanji" userId="2093d8d6-c4ea-4a6b-97c6-9657b3192cc5" providerId="ADAL" clId="{3855F22F-9ABF-44B3-9C84-B284B2C48FA6}" dt="2025-10-31T06:41:59.643" v="1925" actId="1076"/>
          <ac:spMkLst>
            <pc:docMk/>
            <pc:sldMk cId="1287234835" sldId="262"/>
            <ac:spMk id="9" creationId="{23C1415A-D0C2-FF7C-B84C-7D2A00EFE82A}"/>
          </ac:spMkLst>
        </pc:spChg>
        <pc:spChg chg="add mod">
          <ac:chgData name="MASUDA Kanji" userId="2093d8d6-c4ea-4a6b-97c6-9657b3192cc5" providerId="ADAL" clId="{3855F22F-9ABF-44B3-9C84-B284B2C48FA6}" dt="2025-10-31T06:40:41.532" v="1915" actId="207"/>
          <ac:spMkLst>
            <pc:docMk/>
            <pc:sldMk cId="1287234835" sldId="262"/>
            <ac:spMk id="10" creationId="{3A71ACBF-D628-E1A0-8F35-B65CC114877D}"/>
          </ac:spMkLst>
        </pc:spChg>
        <pc:spChg chg="add mod">
          <ac:chgData name="MASUDA Kanji" userId="2093d8d6-c4ea-4a6b-97c6-9657b3192cc5" providerId="ADAL" clId="{3855F22F-9ABF-44B3-9C84-B284B2C48FA6}" dt="2025-10-31T06:40:57.699" v="1917" actId="2085"/>
          <ac:spMkLst>
            <pc:docMk/>
            <pc:sldMk cId="1287234835" sldId="262"/>
            <ac:spMk id="11" creationId="{644D3D62-942A-CF09-BA1F-54497A266D49}"/>
          </ac:spMkLst>
        </pc:spChg>
        <pc:spChg chg="add mod">
          <ac:chgData name="MASUDA Kanji" userId="2093d8d6-c4ea-4a6b-97c6-9657b3192cc5" providerId="ADAL" clId="{3855F22F-9ABF-44B3-9C84-B284B2C48FA6}" dt="2025-10-31T06:41:15.946" v="1919" actId="2085"/>
          <ac:spMkLst>
            <pc:docMk/>
            <pc:sldMk cId="1287234835" sldId="262"/>
            <ac:spMk id="12" creationId="{77D2ED29-0E3E-8429-5345-31877527F4C9}"/>
          </ac:spMkLst>
        </pc:spChg>
        <pc:spChg chg="add mod">
          <ac:chgData name="MASUDA Kanji" userId="2093d8d6-c4ea-4a6b-97c6-9657b3192cc5" providerId="ADAL" clId="{3855F22F-9ABF-44B3-9C84-B284B2C48FA6}" dt="2025-10-31T06:43:43.416" v="1938" actId="1076"/>
          <ac:spMkLst>
            <pc:docMk/>
            <pc:sldMk cId="1287234835" sldId="262"/>
            <ac:spMk id="13" creationId="{8F7841D3-5F62-3889-023E-C05B80F1F4BA}"/>
          </ac:spMkLst>
        </pc:spChg>
        <pc:spChg chg="add mod">
          <ac:chgData name="MASUDA Kanji" userId="2093d8d6-c4ea-4a6b-97c6-9657b3192cc5" providerId="ADAL" clId="{3855F22F-9ABF-44B3-9C84-B284B2C48FA6}" dt="2025-10-31T06:42:57.368" v="1931" actId="207"/>
          <ac:spMkLst>
            <pc:docMk/>
            <pc:sldMk cId="1287234835" sldId="262"/>
            <ac:spMk id="14" creationId="{258C60E1-7D58-8EFE-95E9-76889661D5DC}"/>
          </ac:spMkLst>
        </pc:spChg>
        <pc:spChg chg="add mod">
          <ac:chgData name="MASUDA Kanji" userId="2093d8d6-c4ea-4a6b-97c6-9657b3192cc5" providerId="ADAL" clId="{3855F22F-9ABF-44B3-9C84-B284B2C48FA6}" dt="2025-10-31T06:43:19.102" v="1935" actId="207"/>
          <ac:spMkLst>
            <pc:docMk/>
            <pc:sldMk cId="1287234835" sldId="262"/>
            <ac:spMk id="15" creationId="{8F66DB28-BDEB-29AF-07A0-CC3492B891D4}"/>
          </ac:spMkLst>
        </pc:spChg>
        <pc:spChg chg="add mod">
          <ac:chgData name="MASUDA Kanji" userId="2093d8d6-c4ea-4a6b-97c6-9657b3192cc5" providerId="ADAL" clId="{3855F22F-9ABF-44B3-9C84-B284B2C48FA6}" dt="2025-10-31T06:43:30.775" v="1937" actId="1076"/>
          <ac:spMkLst>
            <pc:docMk/>
            <pc:sldMk cId="1287234835" sldId="262"/>
            <ac:spMk id="16" creationId="{948934D9-3CEF-D62D-E7E9-F1C54931CF78}"/>
          </ac:spMkLst>
        </pc:spChg>
        <pc:spChg chg="add mod">
          <ac:chgData name="MASUDA Kanji" userId="2093d8d6-c4ea-4a6b-97c6-9657b3192cc5" providerId="ADAL" clId="{3855F22F-9ABF-44B3-9C84-B284B2C48FA6}" dt="2025-11-05T02:12:00.117" v="6971" actId="113"/>
          <ac:spMkLst>
            <pc:docMk/>
            <pc:sldMk cId="1287234835" sldId="262"/>
            <ac:spMk id="17" creationId="{C415ADFF-A93E-80AB-F38A-09F1089459C3}"/>
          </ac:spMkLst>
        </pc:spChg>
        <pc:spChg chg="add mod">
          <ac:chgData name="MASUDA Kanji" userId="2093d8d6-c4ea-4a6b-97c6-9657b3192cc5" providerId="ADAL" clId="{3855F22F-9ABF-44B3-9C84-B284B2C48FA6}" dt="2025-11-05T02:12:05.724" v="6972" actId="113"/>
          <ac:spMkLst>
            <pc:docMk/>
            <pc:sldMk cId="1287234835" sldId="262"/>
            <ac:spMk id="18" creationId="{69421029-4E7E-452C-7673-D91EB470E3D2}"/>
          </ac:spMkLst>
        </pc:spChg>
      </pc:sldChg>
      <pc:sldChg chg="addSp delSp modSp del mod ord">
        <pc:chgData name="MASUDA Kanji" userId="2093d8d6-c4ea-4a6b-97c6-9657b3192cc5" providerId="ADAL" clId="{3855F22F-9ABF-44B3-9C84-B284B2C48FA6}" dt="2025-11-05T08:09:12.113" v="9462" actId="2696"/>
        <pc:sldMkLst>
          <pc:docMk/>
          <pc:sldMk cId="1165769658" sldId="263"/>
        </pc:sldMkLst>
      </pc:sldChg>
      <pc:sldChg chg="addSp delSp modSp mod addAnim delAnim modAnim">
        <pc:chgData name="MASUDA Kanji" userId="2093d8d6-c4ea-4a6b-97c6-9657b3192cc5" providerId="ADAL" clId="{3855F22F-9ABF-44B3-9C84-B284B2C48FA6}" dt="2025-11-05T09:00:05.905" v="9553"/>
        <pc:sldMkLst>
          <pc:docMk/>
          <pc:sldMk cId="3993891503" sldId="265"/>
        </pc:sldMkLst>
        <pc:spChg chg="mod">
          <ac:chgData name="MASUDA Kanji" userId="2093d8d6-c4ea-4a6b-97c6-9657b3192cc5" providerId="ADAL" clId="{3855F22F-9ABF-44B3-9C84-B284B2C48FA6}" dt="2025-11-04T09:41:21.097" v="6953" actId="27636"/>
          <ac:spMkLst>
            <pc:docMk/>
            <pc:sldMk cId="3993891503" sldId="265"/>
            <ac:spMk id="2" creationId="{6F4DD7AD-8D9D-75C1-AE4E-DD6CC0A3EA02}"/>
          </ac:spMkLst>
        </pc:spChg>
        <pc:spChg chg="mod">
          <ac:chgData name="MASUDA Kanji" userId="2093d8d6-c4ea-4a6b-97c6-9657b3192cc5" providerId="ADAL" clId="{3855F22F-9ABF-44B3-9C84-B284B2C48FA6}" dt="2025-11-05T02:58:33.117" v="7709" actId="20577"/>
          <ac:spMkLst>
            <pc:docMk/>
            <pc:sldMk cId="3993891503" sldId="265"/>
            <ac:spMk id="3" creationId="{1322A657-30DD-6290-5C93-054B0C5CC42D}"/>
          </ac:spMkLst>
        </pc:spChg>
        <pc:spChg chg="add mod">
          <ac:chgData name="MASUDA Kanji" userId="2093d8d6-c4ea-4a6b-97c6-9657b3192cc5" providerId="ADAL" clId="{3855F22F-9ABF-44B3-9C84-B284B2C48FA6}" dt="2025-11-05T02:53:53.500" v="7604" actId="1076"/>
          <ac:spMkLst>
            <pc:docMk/>
            <pc:sldMk cId="3993891503" sldId="265"/>
            <ac:spMk id="4" creationId="{C1BA5583-C657-3626-DD2A-4A3C5FD1C5E1}"/>
          </ac:spMkLst>
        </pc:spChg>
        <pc:spChg chg="mod">
          <ac:chgData name="MASUDA Kanji" userId="2093d8d6-c4ea-4a6b-97c6-9657b3192cc5" providerId="ADAL" clId="{3855F22F-9ABF-44B3-9C84-B284B2C48FA6}" dt="2025-11-05T02:39:47.856" v="7439" actId="1076"/>
          <ac:spMkLst>
            <pc:docMk/>
            <pc:sldMk cId="3993891503" sldId="265"/>
            <ac:spMk id="5" creationId="{8D581D89-2F6A-1194-4726-602DA0B5E5DA}"/>
          </ac:spMkLst>
        </pc:spChg>
        <pc:spChg chg="add mod">
          <ac:chgData name="MASUDA Kanji" userId="2093d8d6-c4ea-4a6b-97c6-9657b3192cc5" providerId="ADAL" clId="{3855F22F-9ABF-44B3-9C84-B284B2C48FA6}" dt="2025-11-05T02:58:54.827" v="7710" actId="1076"/>
          <ac:spMkLst>
            <pc:docMk/>
            <pc:sldMk cId="3993891503" sldId="265"/>
            <ac:spMk id="6" creationId="{28885989-FFCA-32EC-5EAC-CCEB804C3935}"/>
          </ac:spMkLst>
        </pc:spChg>
        <pc:spChg chg="add del mod">
          <ac:chgData name="MASUDA Kanji" userId="2093d8d6-c4ea-4a6b-97c6-9657b3192cc5" providerId="ADAL" clId="{3855F22F-9ABF-44B3-9C84-B284B2C48FA6}" dt="2025-11-05T02:38:17.191" v="7429" actId="21"/>
          <ac:spMkLst>
            <pc:docMk/>
            <pc:sldMk cId="3993891503" sldId="265"/>
            <ac:spMk id="7" creationId="{E378196F-CA73-9A5B-F67B-76947A14F926}"/>
          </ac:spMkLst>
        </pc:spChg>
        <pc:spChg chg="add del mod">
          <ac:chgData name="MASUDA Kanji" userId="2093d8d6-c4ea-4a6b-97c6-9657b3192cc5" providerId="ADAL" clId="{3855F22F-9ABF-44B3-9C84-B284B2C48FA6}" dt="2025-11-05T02:38:26.141" v="7430" actId="1076"/>
          <ac:spMkLst>
            <pc:docMk/>
            <pc:sldMk cId="3993891503" sldId="265"/>
            <ac:spMk id="8" creationId="{8EB24FA6-6D37-FEBF-1F0A-5479C3E3C1B6}"/>
          </ac:spMkLst>
        </pc:spChg>
        <pc:spChg chg="add del mod">
          <ac:chgData name="MASUDA Kanji" userId="2093d8d6-c4ea-4a6b-97c6-9657b3192cc5" providerId="ADAL" clId="{3855F22F-9ABF-44B3-9C84-B284B2C48FA6}" dt="2025-11-05T02:50:30.462" v="7582" actId="207"/>
          <ac:spMkLst>
            <pc:docMk/>
            <pc:sldMk cId="3993891503" sldId="265"/>
            <ac:spMk id="9" creationId="{70CBB2B9-E07A-3FFB-400A-92AF91C65028}"/>
          </ac:spMkLst>
        </pc:spChg>
        <pc:spChg chg="add del mod">
          <ac:chgData name="MASUDA Kanji" userId="2093d8d6-c4ea-4a6b-97c6-9657b3192cc5" providerId="ADAL" clId="{3855F22F-9ABF-44B3-9C84-B284B2C48FA6}" dt="2025-11-05T02:41:31.552" v="7450" actId="20577"/>
          <ac:spMkLst>
            <pc:docMk/>
            <pc:sldMk cId="3993891503" sldId="265"/>
            <ac:spMk id="10" creationId="{109A886C-9FA2-7F93-9E7E-7726F126E92D}"/>
          </ac:spMkLst>
        </pc:spChg>
        <pc:spChg chg="mod">
          <ac:chgData name="MASUDA Kanji" userId="2093d8d6-c4ea-4a6b-97c6-9657b3192cc5" providerId="ADAL" clId="{3855F22F-9ABF-44B3-9C84-B284B2C48FA6}" dt="2025-11-05T02:51:45.203" v="7585" actId="1076"/>
          <ac:spMkLst>
            <pc:docMk/>
            <pc:sldMk cId="3993891503" sldId="265"/>
            <ac:spMk id="11" creationId="{89559E9A-0C22-8232-D5B4-695F137F3390}"/>
          </ac:spMkLst>
        </pc:spChg>
        <pc:spChg chg="add del mod">
          <ac:chgData name="MASUDA Kanji" userId="2093d8d6-c4ea-4a6b-97c6-9657b3192cc5" providerId="ADAL" clId="{3855F22F-9ABF-44B3-9C84-B284B2C48FA6}" dt="2025-11-05T02:51:45.203" v="7585" actId="1076"/>
          <ac:spMkLst>
            <pc:docMk/>
            <pc:sldMk cId="3993891503" sldId="265"/>
            <ac:spMk id="12" creationId="{C090BEE3-FDDE-5200-6C0B-029757951F55}"/>
          </ac:spMkLst>
        </pc:spChg>
        <pc:spChg chg="add del mod">
          <ac:chgData name="MASUDA Kanji" userId="2093d8d6-c4ea-4a6b-97c6-9657b3192cc5" providerId="ADAL" clId="{3855F22F-9ABF-44B3-9C84-B284B2C48FA6}" dt="2025-11-05T02:51:45.203" v="7585" actId="1076"/>
          <ac:spMkLst>
            <pc:docMk/>
            <pc:sldMk cId="3993891503" sldId="265"/>
            <ac:spMk id="13" creationId="{0BD2CC8A-A1FE-7221-CE1F-75201CD70142}"/>
          </ac:spMkLst>
        </pc:spChg>
        <pc:spChg chg="add del mod">
          <ac:chgData name="MASUDA Kanji" userId="2093d8d6-c4ea-4a6b-97c6-9657b3192cc5" providerId="ADAL" clId="{3855F22F-9ABF-44B3-9C84-B284B2C48FA6}" dt="2025-11-05T02:51:45.203" v="7585" actId="1076"/>
          <ac:spMkLst>
            <pc:docMk/>
            <pc:sldMk cId="3993891503" sldId="265"/>
            <ac:spMk id="14" creationId="{1B14F51F-9267-7E98-51AA-FFD991EFE1A3}"/>
          </ac:spMkLst>
        </pc:spChg>
        <pc:spChg chg="add del mod">
          <ac:chgData name="MASUDA Kanji" userId="2093d8d6-c4ea-4a6b-97c6-9657b3192cc5" providerId="ADAL" clId="{3855F22F-9ABF-44B3-9C84-B284B2C48FA6}" dt="2025-11-05T02:38:30.790" v="7431" actId="14100"/>
          <ac:spMkLst>
            <pc:docMk/>
            <pc:sldMk cId="3993891503" sldId="265"/>
            <ac:spMk id="15" creationId="{C4DD0922-D836-2428-62EA-07E546F63CC8}"/>
          </ac:spMkLst>
        </pc:spChg>
        <pc:spChg chg="mod">
          <ac:chgData name="MASUDA Kanji" userId="2093d8d6-c4ea-4a6b-97c6-9657b3192cc5" providerId="ADAL" clId="{3855F22F-9ABF-44B3-9C84-B284B2C48FA6}" dt="2025-11-05T02:51:45.203" v="7585" actId="1076"/>
          <ac:spMkLst>
            <pc:docMk/>
            <pc:sldMk cId="3993891503" sldId="265"/>
            <ac:spMk id="16" creationId="{833975E8-1DB3-140C-FBC0-6E07E04C43D1}"/>
          </ac:spMkLst>
        </pc:spChg>
        <pc:spChg chg="add del mod">
          <ac:chgData name="MASUDA Kanji" userId="2093d8d6-c4ea-4a6b-97c6-9657b3192cc5" providerId="ADAL" clId="{3855F22F-9ABF-44B3-9C84-B284B2C48FA6}" dt="2025-11-05T02:51:54.784" v="7586" actId="1076"/>
          <ac:spMkLst>
            <pc:docMk/>
            <pc:sldMk cId="3993891503" sldId="265"/>
            <ac:spMk id="17" creationId="{EBEBACA8-634E-2A2B-B1AE-378ECDE0D751}"/>
          </ac:spMkLst>
        </pc:spChg>
        <pc:spChg chg="add del mod">
          <ac:chgData name="MASUDA Kanji" userId="2093d8d6-c4ea-4a6b-97c6-9657b3192cc5" providerId="ADAL" clId="{3855F22F-9ABF-44B3-9C84-B284B2C48FA6}" dt="2025-11-05T02:51:58.068" v="7587" actId="1076"/>
          <ac:spMkLst>
            <pc:docMk/>
            <pc:sldMk cId="3993891503" sldId="265"/>
            <ac:spMk id="18" creationId="{65F992C2-2506-EED2-D355-C3D840AADB36}"/>
          </ac:spMkLst>
        </pc:spChg>
        <pc:spChg chg="add mod">
          <ac:chgData name="MASUDA Kanji" userId="2093d8d6-c4ea-4a6b-97c6-9657b3192cc5" providerId="ADAL" clId="{3855F22F-9ABF-44B3-9C84-B284B2C48FA6}" dt="2025-11-05T02:50:25.536" v="7581" actId="207"/>
          <ac:spMkLst>
            <pc:docMk/>
            <pc:sldMk cId="3993891503" sldId="265"/>
            <ac:spMk id="19" creationId="{D442975A-AE85-3AB4-319B-D604BFBA1045}"/>
          </ac:spMkLst>
        </pc:spChg>
        <pc:spChg chg="add mod">
          <ac:chgData name="MASUDA Kanji" userId="2093d8d6-c4ea-4a6b-97c6-9657b3192cc5" providerId="ADAL" clId="{3855F22F-9ABF-44B3-9C84-B284B2C48FA6}" dt="2025-11-05T02:43:28.122" v="7467" actId="207"/>
          <ac:spMkLst>
            <pc:docMk/>
            <pc:sldMk cId="3993891503" sldId="265"/>
            <ac:spMk id="20" creationId="{6B8F040D-8BBC-BB4F-D3AF-E3C948599157}"/>
          </ac:spMkLst>
        </pc:spChg>
        <pc:spChg chg="add mod">
          <ac:chgData name="MASUDA Kanji" userId="2093d8d6-c4ea-4a6b-97c6-9657b3192cc5" providerId="ADAL" clId="{3855F22F-9ABF-44B3-9C84-B284B2C48FA6}" dt="2025-11-05T02:43:23.550" v="7466" actId="207"/>
          <ac:spMkLst>
            <pc:docMk/>
            <pc:sldMk cId="3993891503" sldId="265"/>
            <ac:spMk id="21" creationId="{A67687CE-9927-D835-71BD-460855BB227F}"/>
          </ac:spMkLst>
        </pc:spChg>
        <pc:spChg chg="add mod">
          <ac:chgData name="MASUDA Kanji" userId="2093d8d6-c4ea-4a6b-97c6-9657b3192cc5" providerId="ADAL" clId="{3855F22F-9ABF-44B3-9C84-B284B2C48FA6}" dt="2025-11-05T02:51:45.203" v="7585" actId="1076"/>
          <ac:spMkLst>
            <pc:docMk/>
            <pc:sldMk cId="3993891503" sldId="265"/>
            <ac:spMk id="22" creationId="{5BB1B557-7F30-6BB5-060C-DBF6C9071617}"/>
          </ac:spMkLst>
        </pc:spChg>
        <pc:spChg chg="add mod">
          <ac:chgData name="MASUDA Kanji" userId="2093d8d6-c4ea-4a6b-97c6-9657b3192cc5" providerId="ADAL" clId="{3855F22F-9ABF-44B3-9C84-B284B2C48FA6}" dt="2025-11-05T02:51:45.203" v="7585" actId="1076"/>
          <ac:spMkLst>
            <pc:docMk/>
            <pc:sldMk cId="3993891503" sldId="265"/>
            <ac:spMk id="23" creationId="{21808B16-7F04-2B9B-5A5A-6EDEA8EDF920}"/>
          </ac:spMkLst>
        </pc:spChg>
        <pc:spChg chg="add mod">
          <ac:chgData name="MASUDA Kanji" userId="2093d8d6-c4ea-4a6b-97c6-9657b3192cc5" providerId="ADAL" clId="{3855F22F-9ABF-44B3-9C84-B284B2C48FA6}" dt="2025-11-05T02:56:50.530" v="7621" actId="208"/>
          <ac:spMkLst>
            <pc:docMk/>
            <pc:sldMk cId="3993891503" sldId="265"/>
            <ac:spMk id="24" creationId="{A2875C43-7316-7396-289D-F409181D4F70}"/>
          </ac:spMkLst>
        </pc:spChg>
        <pc:spChg chg="add mod">
          <ac:chgData name="MASUDA Kanji" userId="2093d8d6-c4ea-4a6b-97c6-9657b3192cc5" providerId="ADAL" clId="{3855F22F-9ABF-44B3-9C84-B284B2C48FA6}" dt="2025-11-05T02:56:42.674" v="7620" actId="208"/>
          <ac:spMkLst>
            <pc:docMk/>
            <pc:sldMk cId="3993891503" sldId="265"/>
            <ac:spMk id="25" creationId="{9B18D876-83D7-0EC3-A200-3D29F24CA9A3}"/>
          </ac:spMkLst>
        </pc:spChg>
        <pc:spChg chg="add mod">
          <ac:chgData name="MASUDA Kanji" userId="2093d8d6-c4ea-4a6b-97c6-9657b3192cc5" providerId="ADAL" clId="{3855F22F-9ABF-44B3-9C84-B284B2C48FA6}" dt="2025-11-05T02:56:36.042" v="7619" actId="208"/>
          <ac:spMkLst>
            <pc:docMk/>
            <pc:sldMk cId="3993891503" sldId="265"/>
            <ac:spMk id="26" creationId="{DC1576C0-9491-1E64-6652-050E70D12682}"/>
          </ac:spMkLst>
        </pc:spChg>
        <pc:spChg chg="add mod">
          <ac:chgData name="MASUDA Kanji" userId="2093d8d6-c4ea-4a6b-97c6-9657b3192cc5" providerId="ADAL" clId="{3855F22F-9ABF-44B3-9C84-B284B2C48FA6}" dt="2025-11-05T02:56:28.473" v="7618" actId="208"/>
          <ac:spMkLst>
            <pc:docMk/>
            <pc:sldMk cId="3993891503" sldId="265"/>
            <ac:spMk id="27" creationId="{892D0429-E6B5-5E1C-7180-2CBFD2D30CCD}"/>
          </ac:spMkLst>
        </pc:spChg>
      </pc:sldChg>
      <pc:sldChg chg="addSp delSp modSp mod addAnim delAnim modAnim">
        <pc:chgData name="MASUDA Kanji" userId="2093d8d6-c4ea-4a6b-97c6-9657b3192cc5" providerId="ADAL" clId="{3855F22F-9ABF-44B3-9C84-B284B2C48FA6}" dt="2025-11-05T02:12:40.854" v="6976" actId="255"/>
        <pc:sldMkLst>
          <pc:docMk/>
          <pc:sldMk cId="3470409989" sldId="268"/>
        </pc:sldMkLst>
        <pc:spChg chg="mod">
          <ac:chgData name="MASUDA Kanji" userId="2093d8d6-c4ea-4a6b-97c6-9657b3192cc5" providerId="ADAL" clId="{3855F22F-9ABF-44B3-9C84-B284B2C48FA6}" dt="2025-11-05T02:12:40.854" v="6976" actId="255"/>
          <ac:spMkLst>
            <pc:docMk/>
            <pc:sldMk cId="3470409989" sldId="268"/>
            <ac:spMk id="3" creationId="{D5011330-CB7E-401F-4E1D-A2246FEBB3EF}"/>
          </ac:spMkLst>
        </pc:spChg>
        <pc:spChg chg="mod">
          <ac:chgData name="MASUDA Kanji" userId="2093d8d6-c4ea-4a6b-97c6-9657b3192cc5" providerId="ADAL" clId="{3855F22F-9ABF-44B3-9C84-B284B2C48FA6}" dt="2025-10-31T06:10:46.330" v="1360" actId="1076"/>
          <ac:spMkLst>
            <pc:docMk/>
            <pc:sldMk cId="3470409989" sldId="268"/>
            <ac:spMk id="311" creationId="{0AE3E20E-F493-B8C0-F373-AA23065F4028}"/>
          </ac:spMkLst>
        </pc:spChg>
        <pc:spChg chg="mod">
          <ac:chgData name="MASUDA Kanji" userId="2093d8d6-c4ea-4a6b-97c6-9657b3192cc5" providerId="ADAL" clId="{3855F22F-9ABF-44B3-9C84-B284B2C48FA6}" dt="2025-10-31T06:09:20.047" v="1347"/>
          <ac:spMkLst>
            <pc:docMk/>
            <pc:sldMk cId="3470409989" sldId="268"/>
            <ac:spMk id="326" creationId="{A3135E09-6C25-0476-5454-299F97D26F93}"/>
          </ac:spMkLst>
        </pc:spChg>
        <pc:spChg chg="mod">
          <ac:chgData name="MASUDA Kanji" userId="2093d8d6-c4ea-4a6b-97c6-9657b3192cc5" providerId="ADAL" clId="{3855F22F-9ABF-44B3-9C84-B284B2C48FA6}" dt="2025-10-31T06:09:20.047" v="1347"/>
          <ac:spMkLst>
            <pc:docMk/>
            <pc:sldMk cId="3470409989" sldId="268"/>
            <ac:spMk id="331" creationId="{2F1F7671-BB89-A9C9-E1EB-19CD0045E03E}"/>
          </ac:spMkLst>
        </pc:spChg>
        <pc:spChg chg="mod">
          <ac:chgData name="MASUDA Kanji" userId="2093d8d6-c4ea-4a6b-97c6-9657b3192cc5" providerId="ADAL" clId="{3855F22F-9ABF-44B3-9C84-B284B2C48FA6}" dt="2025-10-31T06:09:20.047" v="1347"/>
          <ac:spMkLst>
            <pc:docMk/>
            <pc:sldMk cId="3470409989" sldId="268"/>
            <ac:spMk id="337" creationId="{63BF78C7-47CB-9BC0-8246-AC8EE045283C}"/>
          </ac:spMkLst>
        </pc:spChg>
        <pc:spChg chg="mod">
          <ac:chgData name="MASUDA Kanji" userId="2093d8d6-c4ea-4a6b-97c6-9657b3192cc5" providerId="ADAL" clId="{3855F22F-9ABF-44B3-9C84-B284B2C48FA6}" dt="2025-10-31T06:09:20.047" v="1347"/>
          <ac:spMkLst>
            <pc:docMk/>
            <pc:sldMk cId="3470409989" sldId="268"/>
            <ac:spMk id="351" creationId="{9BA31EB3-2A6D-9324-3A87-F71909CF114F}"/>
          </ac:spMkLst>
        </pc:spChg>
        <pc:spChg chg="mod">
          <ac:chgData name="MASUDA Kanji" userId="2093d8d6-c4ea-4a6b-97c6-9657b3192cc5" providerId="ADAL" clId="{3855F22F-9ABF-44B3-9C84-B284B2C48FA6}" dt="2025-10-31T06:09:20.047" v="1347"/>
          <ac:spMkLst>
            <pc:docMk/>
            <pc:sldMk cId="3470409989" sldId="268"/>
            <ac:spMk id="355" creationId="{04008535-4FA2-8916-8610-A87CC3BAA707}"/>
          </ac:spMkLst>
        </pc:spChg>
        <pc:spChg chg="mod">
          <ac:chgData name="MASUDA Kanji" userId="2093d8d6-c4ea-4a6b-97c6-9657b3192cc5" providerId="ADAL" clId="{3855F22F-9ABF-44B3-9C84-B284B2C48FA6}" dt="2025-10-31T06:09:20.047" v="1347"/>
          <ac:spMkLst>
            <pc:docMk/>
            <pc:sldMk cId="3470409989" sldId="268"/>
            <ac:spMk id="358" creationId="{3850A28D-4AA7-5FCA-D3D1-188C708855DA}"/>
          </ac:spMkLst>
        </pc:spChg>
        <pc:spChg chg="mod">
          <ac:chgData name="MASUDA Kanji" userId="2093d8d6-c4ea-4a6b-97c6-9657b3192cc5" providerId="ADAL" clId="{3855F22F-9ABF-44B3-9C84-B284B2C48FA6}" dt="2025-10-31T06:09:20.047" v="1347"/>
          <ac:spMkLst>
            <pc:docMk/>
            <pc:sldMk cId="3470409989" sldId="268"/>
            <ac:spMk id="363" creationId="{A0B18A80-C9B6-5C78-7421-1EB34BA99B4C}"/>
          </ac:spMkLst>
        </pc:spChg>
        <pc:spChg chg="mod">
          <ac:chgData name="MASUDA Kanji" userId="2093d8d6-c4ea-4a6b-97c6-9657b3192cc5" providerId="ADAL" clId="{3855F22F-9ABF-44B3-9C84-B284B2C48FA6}" dt="2025-10-31T06:09:20.047" v="1347"/>
          <ac:spMkLst>
            <pc:docMk/>
            <pc:sldMk cId="3470409989" sldId="268"/>
            <ac:spMk id="373" creationId="{6AC2B59D-67D3-FCD2-171F-F9A99BACE951}"/>
          </ac:spMkLst>
        </pc:spChg>
        <pc:spChg chg="mod">
          <ac:chgData name="MASUDA Kanji" userId="2093d8d6-c4ea-4a6b-97c6-9657b3192cc5" providerId="ADAL" clId="{3855F22F-9ABF-44B3-9C84-B284B2C48FA6}" dt="2025-10-31T06:10:46.330" v="1360" actId="1076"/>
          <ac:spMkLst>
            <pc:docMk/>
            <pc:sldMk cId="3470409989" sldId="268"/>
            <ac:spMk id="374" creationId="{41E3E1C0-6133-CAC1-2221-F066ADB7EEA7}"/>
          </ac:spMkLst>
        </pc:spChg>
        <pc:spChg chg="mod">
          <ac:chgData name="MASUDA Kanji" userId="2093d8d6-c4ea-4a6b-97c6-9657b3192cc5" providerId="ADAL" clId="{3855F22F-9ABF-44B3-9C84-B284B2C48FA6}" dt="2025-10-31T06:10:46.330" v="1360" actId="1076"/>
          <ac:spMkLst>
            <pc:docMk/>
            <pc:sldMk cId="3470409989" sldId="268"/>
            <ac:spMk id="375" creationId="{31F78A17-4F04-C279-044F-1D32F1FC7F07}"/>
          </ac:spMkLst>
        </pc:spChg>
        <pc:spChg chg="add mod">
          <ac:chgData name="MASUDA Kanji" userId="2093d8d6-c4ea-4a6b-97c6-9657b3192cc5" providerId="ADAL" clId="{3855F22F-9ABF-44B3-9C84-B284B2C48FA6}" dt="2025-10-31T06:10:46.330" v="1360" actId="1076"/>
          <ac:spMkLst>
            <pc:docMk/>
            <pc:sldMk cId="3470409989" sldId="268"/>
            <ac:spMk id="376" creationId="{6951EAB6-0950-0BB1-C2CF-E3F982DBC419}"/>
          </ac:spMkLst>
        </pc:spChg>
        <pc:spChg chg="mod">
          <ac:chgData name="MASUDA Kanji" userId="2093d8d6-c4ea-4a6b-97c6-9657b3192cc5" providerId="ADAL" clId="{3855F22F-9ABF-44B3-9C84-B284B2C48FA6}" dt="2025-10-31T06:10:46.330" v="1360" actId="1076"/>
          <ac:spMkLst>
            <pc:docMk/>
            <pc:sldMk cId="3470409989" sldId="268"/>
            <ac:spMk id="377" creationId="{30866A2E-96D6-E8AF-5E05-6A5AF5156AB6}"/>
          </ac:spMkLst>
        </pc:spChg>
        <pc:spChg chg="mod">
          <ac:chgData name="MASUDA Kanji" userId="2093d8d6-c4ea-4a6b-97c6-9657b3192cc5" providerId="ADAL" clId="{3855F22F-9ABF-44B3-9C84-B284B2C48FA6}" dt="2025-10-31T06:10:46.330" v="1360" actId="1076"/>
          <ac:spMkLst>
            <pc:docMk/>
            <pc:sldMk cId="3470409989" sldId="268"/>
            <ac:spMk id="378" creationId="{7DB4486C-F65F-F5EB-A4EB-39FC72B17873}"/>
          </ac:spMkLst>
        </pc:spChg>
        <pc:spChg chg="add mod">
          <ac:chgData name="MASUDA Kanji" userId="2093d8d6-c4ea-4a6b-97c6-9657b3192cc5" providerId="ADAL" clId="{3855F22F-9ABF-44B3-9C84-B284B2C48FA6}" dt="2025-10-31T06:10:46.330" v="1360" actId="1076"/>
          <ac:spMkLst>
            <pc:docMk/>
            <pc:sldMk cId="3470409989" sldId="268"/>
            <ac:spMk id="386" creationId="{F00BC068-51E9-A381-782D-5DCCC802D7E7}"/>
          </ac:spMkLst>
        </pc:spChg>
        <pc:spChg chg="add mod">
          <ac:chgData name="MASUDA Kanji" userId="2093d8d6-c4ea-4a6b-97c6-9657b3192cc5" providerId="ADAL" clId="{3855F22F-9ABF-44B3-9C84-B284B2C48FA6}" dt="2025-10-31T08:04:10.885" v="5389" actId="14100"/>
          <ac:spMkLst>
            <pc:docMk/>
            <pc:sldMk cId="3470409989" sldId="268"/>
            <ac:spMk id="387" creationId="{5887DD7F-5CC0-2F1C-CAFC-3FC1FE208044}"/>
          </ac:spMkLst>
        </pc:spChg>
        <pc:grpChg chg="mod">
          <ac:chgData name="MASUDA Kanji" userId="2093d8d6-c4ea-4a6b-97c6-9657b3192cc5" providerId="ADAL" clId="{3855F22F-9ABF-44B3-9C84-B284B2C48FA6}" dt="2025-10-31T06:10:46.330" v="1360" actId="1076"/>
          <ac:grpSpMkLst>
            <pc:docMk/>
            <pc:sldMk cId="3470409989" sldId="268"/>
            <ac:grpSpMk id="312" creationId="{AFDCCEE0-AA71-F81C-47D9-6D74B647C780}"/>
          </ac:grpSpMkLst>
        </pc:grpChg>
        <pc:grpChg chg="mod">
          <ac:chgData name="MASUDA Kanji" userId="2093d8d6-c4ea-4a6b-97c6-9657b3192cc5" providerId="ADAL" clId="{3855F22F-9ABF-44B3-9C84-B284B2C48FA6}" dt="2025-10-31T06:10:46.330" v="1360" actId="1076"/>
          <ac:grpSpMkLst>
            <pc:docMk/>
            <pc:sldMk cId="3470409989" sldId="268"/>
            <ac:grpSpMk id="379" creationId="{194ACEC4-6DF5-4CC1-EA71-BB58928D5E31}"/>
          </ac:grpSpMkLst>
        </pc:grpChg>
        <pc:cxnChg chg="mod">
          <ac:chgData name="MASUDA Kanji" userId="2093d8d6-c4ea-4a6b-97c6-9657b3192cc5" providerId="ADAL" clId="{3855F22F-9ABF-44B3-9C84-B284B2C48FA6}" dt="2025-10-31T06:10:46.330" v="1360" actId="1076"/>
          <ac:cxnSpMkLst>
            <pc:docMk/>
            <pc:sldMk cId="3470409989" sldId="268"/>
            <ac:cxnSpMk id="380" creationId="{D57C9869-F4DD-1B70-EC60-377DEC00DF4A}"/>
          </ac:cxnSpMkLst>
        </pc:cxnChg>
        <pc:cxnChg chg="mod">
          <ac:chgData name="MASUDA Kanji" userId="2093d8d6-c4ea-4a6b-97c6-9657b3192cc5" providerId="ADAL" clId="{3855F22F-9ABF-44B3-9C84-B284B2C48FA6}" dt="2025-10-31T06:10:03.454" v="1353" actId="1076"/>
          <ac:cxnSpMkLst>
            <pc:docMk/>
            <pc:sldMk cId="3470409989" sldId="268"/>
            <ac:cxnSpMk id="381" creationId="{4BCF5CD0-ACE9-2CD8-6F4F-DBA54C8EB239}"/>
          </ac:cxnSpMkLst>
        </pc:cxnChg>
        <pc:cxnChg chg="mod">
          <ac:chgData name="MASUDA Kanji" userId="2093d8d6-c4ea-4a6b-97c6-9657b3192cc5" providerId="ADAL" clId="{3855F22F-9ABF-44B3-9C84-B284B2C48FA6}" dt="2025-10-31T06:10:03.454" v="1353" actId="1076"/>
          <ac:cxnSpMkLst>
            <pc:docMk/>
            <pc:sldMk cId="3470409989" sldId="268"/>
            <ac:cxnSpMk id="382" creationId="{1A050816-12D9-91F6-333A-E8B8A932A3E4}"/>
          </ac:cxnSpMkLst>
        </pc:cxnChg>
        <pc:cxnChg chg="mod">
          <ac:chgData name="MASUDA Kanji" userId="2093d8d6-c4ea-4a6b-97c6-9657b3192cc5" providerId="ADAL" clId="{3855F22F-9ABF-44B3-9C84-B284B2C48FA6}" dt="2025-10-31T06:10:03.454" v="1353" actId="1076"/>
          <ac:cxnSpMkLst>
            <pc:docMk/>
            <pc:sldMk cId="3470409989" sldId="268"/>
            <ac:cxnSpMk id="383" creationId="{CF808E6D-12B3-7157-0E65-CEE69B9B0505}"/>
          </ac:cxnSpMkLst>
        </pc:cxnChg>
        <pc:cxnChg chg="mod">
          <ac:chgData name="MASUDA Kanji" userId="2093d8d6-c4ea-4a6b-97c6-9657b3192cc5" providerId="ADAL" clId="{3855F22F-9ABF-44B3-9C84-B284B2C48FA6}" dt="2025-10-31T06:10:55.037" v="1361" actId="1076"/>
          <ac:cxnSpMkLst>
            <pc:docMk/>
            <pc:sldMk cId="3470409989" sldId="268"/>
            <ac:cxnSpMk id="384" creationId="{3497478B-0885-7336-B74E-75A2E75182B5}"/>
          </ac:cxnSpMkLst>
        </pc:cxnChg>
        <pc:cxnChg chg="mod">
          <ac:chgData name="MASUDA Kanji" userId="2093d8d6-c4ea-4a6b-97c6-9657b3192cc5" providerId="ADAL" clId="{3855F22F-9ABF-44B3-9C84-B284B2C48FA6}" dt="2025-10-31T06:10:03.454" v="1353" actId="1076"/>
          <ac:cxnSpMkLst>
            <pc:docMk/>
            <pc:sldMk cId="3470409989" sldId="268"/>
            <ac:cxnSpMk id="385" creationId="{AB602C7F-2B6F-BD09-6381-73268FB1D3D5}"/>
          </ac:cxnSpMkLst>
        </pc:cxnChg>
      </pc:sldChg>
      <pc:sldChg chg="modSp mod">
        <pc:chgData name="MASUDA Kanji" userId="2093d8d6-c4ea-4a6b-97c6-9657b3192cc5" providerId="ADAL" clId="{3855F22F-9ABF-44B3-9C84-B284B2C48FA6}" dt="2025-11-04T08:49:25.596" v="6500" actId="207"/>
        <pc:sldMkLst>
          <pc:docMk/>
          <pc:sldMk cId="673102059" sldId="269"/>
        </pc:sldMkLst>
        <pc:spChg chg="mod">
          <ac:chgData name="MASUDA Kanji" userId="2093d8d6-c4ea-4a6b-97c6-9657b3192cc5" providerId="ADAL" clId="{3855F22F-9ABF-44B3-9C84-B284B2C48FA6}" dt="2025-11-04T08:49:25.596" v="6500" actId="207"/>
          <ac:spMkLst>
            <pc:docMk/>
            <pc:sldMk cId="673102059" sldId="269"/>
            <ac:spMk id="41" creationId="{F82BC556-553F-5F5F-40C9-462C7A55C342}"/>
          </ac:spMkLst>
        </pc:spChg>
      </pc:sldChg>
      <pc:sldChg chg="addSp delSp modSp mod delAnim modAnim">
        <pc:chgData name="MASUDA Kanji" userId="2093d8d6-c4ea-4a6b-97c6-9657b3192cc5" providerId="ADAL" clId="{3855F22F-9ABF-44B3-9C84-B284B2C48FA6}" dt="2025-11-05T02:12:20.591" v="6974" actId="14100"/>
        <pc:sldMkLst>
          <pc:docMk/>
          <pc:sldMk cId="3727593418" sldId="270"/>
        </pc:sldMkLst>
        <pc:spChg chg="mod">
          <ac:chgData name="MASUDA Kanji" userId="2093d8d6-c4ea-4a6b-97c6-9657b3192cc5" providerId="ADAL" clId="{3855F22F-9ABF-44B3-9C84-B284B2C48FA6}" dt="2025-11-05T02:12:20.591" v="6974" actId="14100"/>
          <ac:spMkLst>
            <pc:docMk/>
            <pc:sldMk cId="3727593418" sldId="270"/>
            <ac:spMk id="3" creationId="{CA207A89-1E75-258A-2C08-EB13D1C55D0C}"/>
          </ac:spMkLst>
        </pc:spChg>
        <pc:spChg chg="add mod">
          <ac:chgData name="MASUDA Kanji" userId="2093d8d6-c4ea-4a6b-97c6-9657b3192cc5" providerId="ADAL" clId="{3855F22F-9ABF-44B3-9C84-B284B2C48FA6}" dt="2025-10-31T06:06:42.060" v="1323"/>
          <ac:spMkLst>
            <pc:docMk/>
            <pc:sldMk cId="3727593418" sldId="270"/>
            <ac:spMk id="195" creationId="{9334F0DF-CF96-6028-C23E-9F2F8FCD3ED8}"/>
          </ac:spMkLst>
        </pc:spChg>
        <pc:spChg chg="mod">
          <ac:chgData name="MASUDA Kanji" userId="2093d8d6-c4ea-4a6b-97c6-9657b3192cc5" providerId="ADAL" clId="{3855F22F-9ABF-44B3-9C84-B284B2C48FA6}" dt="2025-10-31T06:06:49.824" v="1324" actId="1076"/>
          <ac:spMkLst>
            <pc:docMk/>
            <pc:sldMk cId="3727593418" sldId="270"/>
            <ac:spMk id="196" creationId="{EFB62BE4-19F0-82F0-0700-6833C2D86EF2}"/>
          </ac:spMkLst>
        </pc:spChg>
        <pc:spChg chg="mod">
          <ac:chgData name="MASUDA Kanji" userId="2093d8d6-c4ea-4a6b-97c6-9657b3192cc5" providerId="ADAL" clId="{3855F22F-9ABF-44B3-9C84-B284B2C48FA6}" dt="2025-10-31T06:06:42.060" v="1323"/>
          <ac:spMkLst>
            <pc:docMk/>
            <pc:sldMk cId="3727593418" sldId="270"/>
            <ac:spMk id="200" creationId="{0A299317-3D5A-535D-62DE-26D2388C3C25}"/>
          </ac:spMkLst>
        </pc:spChg>
        <pc:spChg chg="mod">
          <ac:chgData name="MASUDA Kanji" userId="2093d8d6-c4ea-4a6b-97c6-9657b3192cc5" providerId="ADAL" clId="{3855F22F-9ABF-44B3-9C84-B284B2C48FA6}" dt="2025-10-31T06:06:49.824" v="1324" actId="1076"/>
          <ac:spMkLst>
            <pc:docMk/>
            <pc:sldMk cId="3727593418" sldId="270"/>
            <ac:spMk id="209" creationId="{94AC3DA1-F0FA-3941-44B8-24D8510DC4B3}"/>
          </ac:spMkLst>
        </pc:spChg>
        <pc:spChg chg="add mod">
          <ac:chgData name="MASUDA Kanji" userId="2093d8d6-c4ea-4a6b-97c6-9657b3192cc5" providerId="ADAL" clId="{3855F22F-9ABF-44B3-9C84-B284B2C48FA6}" dt="2025-10-31T06:06:49.824" v="1324" actId="1076"/>
          <ac:spMkLst>
            <pc:docMk/>
            <pc:sldMk cId="3727593418" sldId="270"/>
            <ac:spMk id="213" creationId="{24E58674-13E7-938F-0DC3-84166539757F}"/>
          </ac:spMkLst>
        </pc:spChg>
        <pc:spChg chg="mod">
          <ac:chgData name="MASUDA Kanji" userId="2093d8d6-c4ea-4a6b-97c6-9657b3192cc5" providerId="ADAL" clId="{3855F22F-9ABF-44B3-9C84-B284B2C48FA6}" dt="2025-10-31T06:06:49.824" v="1324" actId="1076"/>
          <ac:spMkLst>
            <pc:docMk/>
            <pc:sldMk cId="3727593418" sldId="270"/>
            <ac:spMk id="214" creationId="{FC042450-71CB-5925-C92C-49D4316B2E45}"/>
          </ac:spMkLst>
        </pc:spChg>
        <pc:spChg chg="mod">
          <ac:chgData name="MASUDA Kanji" userId="2093d8d6-c4ea-4a6b-97c6-9657b3192cc5" providerId="ADAL" clId="{3855F22F-9ABF-44B3-9C84-B284B2C48FA6}" dt="2025-10-31T06:06:49.824" v="1324" actId="1076"/>
          <ac:spMkLst>
            <pc:docMk/>
            <pc:sldMk cId="3727593418" sldId="270"/>
            <ac:spMk id="215" creationId="{1747C302-F09F-A9D6-EB25-D518BEB45D4B}"/>
          </ac:spMkLst>
        </pc:spChg>
        <pc:spChg chg="mod">
          <ac:chgData name="MASUDA Kanji" userId="2093d8d6-c4ea-4a6b-97c6-9657b3192cc5" providerId="ADAL" clId="{3855F22F-9ABF-44B3-9C84-B284B2C48FA6}" dt="2025-10-31T06:06:42.060" v="1323"/>
          <ac:spMkLst>
            <pc:docMk/>
            <pc:sldMk cId="3727593418" sldId="270"/>
            <ac:spMk id="227" creationId="{257B73BD-C6B5-F8A4-9232-D447290735FF}"/>
          </ac:spMkLst>
        </pc:spChg>
        <pc:spChg chg="mod">
          <ac:chgData name="MASUDA Kanji" userId="2093d8d6-c4ea-4a6b-97c6-9657b3192cc5" providerId="ADAL" clId="{3855F22F-9ABF-44B3-9C84-B284B2C48FA6}" dt="2025-10-31T06:06:49.824" v="1324" actId="1076"/>
          <ac:spMkLst>
            <pc:docMk/>
            <pc:sldMk cId="3727593418" sldId="270"/>
            <ac:spMk id="230" creationId="{0B1B95A8-0B8B-EDB0-C97C-FBE913F5E147}"/>
          </ac:spMkLst>
        </pc:spChg>
        <pc:spChg chg="mod">
          <ac:chgData name="MASUDA Kanji" userId="2093d8d6-c4ea-4a6b-97c6-9657b3192cc5" providerId="ADAL" clId="{3855F22F-9ABF-44B3-9C84-B284B2C48FA6}" dt="2025-10-31T06:06:49.824" v="1324" actId="1076"/>
          <ac:spMkLst>
            <pc:docMk/>
            <pc:sldMk cId="3727593418" sldId="270"/>
            <ac:spMk id="233" creationId="{B46FBA49-8208-632E-8431-7FCFCA1EA554}"/>
          </ac:spMkLst>
        </pc:spChg>
        <pc:spChg chg="mod">
          <ac:chgData name="MASUDA Kanji" userId="2093d8d6-c4ea-4a6b-97c6-9657b3192cc5" providerId="ADAL" clId="{3855F22F-9ABF-44B3-9C84-B284B2C48FA6}" dt="2025-10-31T06:06:49.824" v="1324" actId="1076"/>
          <ac:spMkLst>
            <pc:docMk/>
            <pc:sldMk cId="3727593418" sldId="270"/>
            <ac:spMk id="234" creationId="{188A5C17-6D05-2F90-BBA9-369EBDA01856}"/>
          </ac:spMkLst>
        </pc:spChg>
        <pc:spChg chg="add mod">
          <ac:chgData name="MASUDA Kanji" userId="2093d8d6-c4ea-4a6b-97c6-9657b3192cc5" providerId="ADAL" clId="{3855F22F-9ABF-44B3-9C84-B284B2C48FA6}" dt="2025-10-31T06:06:42.060" v="1323"/>
          <ac:spMkLst>
            <pc:docMk/>
            <pc:sldMk cId="3727593418" sldId="270"/>
            <ac:spMk id="241" creationId="{733324BF-B369-55BF-44F6-81E1547C5407}"/>
          </ac:spMkLst>
        </pc:spChg>
        <pc:spChg chg="mod">
          <ac:chgData name="MASUDA Kanji" userId="2093d8d6-c4ea-4a6b-97c6-9657b3192cc5" providerId="ADAL" clId="{3855F22F-9ABF-44B3-9C84-B284B2C48FA6}" dt="2025-10-31T06:06:42.060" v="1323"/>
          <ac:spMkLst>
            <pc:docMk/>
            <pc:sldMk cId="3727593418" sldId="270"/>
            <ac:spMk id="243" creationId="{DF2BEABF-AA08-1B06-3A38-BC2D6007457D}"/>
          </ac:spMkLst>
        </pc:spChg>
        <pc:spChg chg="mod">
          <ac:chgData name="MASUDA Kanji" userId="2093d8d6-c4ea-4a6b-97c6-9657b3192cc5" providerId="ADAL" clId="{3855F22F-9ABF-44B3-9C84-B284B2C48FA6}" dt="2025-10-31T06:12:40.211" v="1406" actId="1076"/>
          <ac:spMkLst>
            <pc:docMk/>
            <pc:sldMk cId="3727593418" sldId="270"/>
            <ac:spMk id="246" creationId="{ADBA71F6-A3A6-7C17-4C75-2E2B3A5EC4B3}"/>
          </ac:spMkLst>
        </pc:spChg>
        <pc:spChg chg="add mod">
          <ac:chgData name="MASUDA Kanji" userId="2093d8d6-c4ea-4a6b-97c6-9657b3192cc5" providerId="ADAL" clId="{3855F22F-9ABF-44B3-9C84-B284B2C48FA6}" dt="2025-10-31T08:03:54.163" v="5368" actId="14100"/>
          <ac:spMkLst>
            <pc:docMk/>
            <pc:sldMk cId="3727593418" sldId="270"/>
            <ac:spMk id="247" creationId="{0B01A085-AB39-DAE4-B590-55CC665FA4E1}"/>
          </ac:spMkLst>
        </pc:spChg>
        <pc:spChg chg="mod">
          <ac:chgData name="MASUDA Kanji" userId="2093d8d6-c4ea-4a6b-97c6-9657b3192cc5" providerId="ADAL" clId="{3855F22F-9ABF-44B3-9C84-B284B2C48FA6}" dt="2025-10-31T06:06:42.060" v="1323"/>
          <ac:spMkLst>
            <pc:docMk/>
            <pc:sldMk cId="3727593418" sldId="270"/>
            <ac:spMk id="250" creationId="{D02EE75E-E174-FEC5-D39B-0E2C249D740C}"/>
          </ac:spMkLst>
        </pc:spChg>
        <pc:spChg chg="mod">
          <ac:chgData name="MASUDA Kanji" userId="2093d8d6-c4ea-4a6b-97c6-9657b3192cc5" providerId="ADAL" clId="{3855F22F-9ABF-44B3-9C84-B284B2C48FA6}" dt="2025-10-31T06:06:42.060" v="1323"/>
          <ac:spMkLst>
            <pc:docMk/>
            <pc:sldMk cId="3727593418" sldId="270"/>
            <ac:spMk id="253" creationId="{EE845533-D2D3-5D16-954C-DFC757B58EBD}"/>
          </ac:spMkLst>
        </pc:spChg>
        <pc:spChg chg="mod">
          <ac:chgData name="MASUDA Kanji" userId="2093d8d6-c4ea-4a6b-97c6-9657b3192cc5" providerId="ADAL" clId="{3855F22F-9ABF-44B3-9C84-B284B2C48FA6}" dt="2025-10-31T06:06:42.060" v="1323"/>
          <ac:spMkLst>
            <pc:docMk/>
            <pc:sldMk cId="3727593418" sldId="270"/>
            <ac:spMk id="254" creationId="{9630346C-E8BD-5B0D-135E-E4F9C1686D41}"/>
          </ac:spMkLst>
        </pc:spChg>
        <pc:grpChg chg="mod">
          <ac:chgData name="MASUDA Kanji" userId="2093d8d6-c4ea-4a6b-97c6-9657b3192cc5" providerId="ADAL" clId="{3855F22F-9ABF-44B3-9C84-B284B2C48FA6}" dt="2025-10-31T06:11:07.698" v="1363" actId="1076"/>
          <ac:grpSpMkLst>
            <pc:docMk/>
            <pc:sldMk cId="3727593418" sldId="270"/>
            <ac:grpSpMk id="180" creationId="{8096477F-5F2F-C64C-D35A-59D1038DB8C6}"/>
          </ac:grpSpMkLst>
        </pc:grpChg>
        <pc:cxnChg chg="mod">
          <ac:chgData name="MASUDA Kanji" userId="2093d8d6-c4ea-4a6b-97c6-9657b3192cc5" providerId="ADAL" clId="{3855F22F-9ABF-44B3-9C84-B284B2C48FA6}" dt="2025-10-31T06:11:11.506" v="1364" actId="1076"/>
          <ac:cxnSpMkLst>
            <pc:docMk/>
            <pc:sldMk cId="3727593418" sldId="270"/>
            <ac:cxnSpMk id="184" creationId="{BAC79625-18E2-37ED-A9EC-FFE20F5AB9EB}"/>
          </ac:cxnSpMkLst>
        </pc:cxnChg>
        <pc:cxnChg chg="mod">
          <ac:chgData name="MASUDA Kanji" userId="2093d8d6-c4ea-4a6b-97c6-9657b3192cc5" providerId="ADAL" clId="{3855F22F-9ABF-44B3-9C84-B284B2C48FA6}" dt="2025-10-31T06:11:17.231" v="1365" actId="1076"/>
          <ac:cxnSpMkLst>
            <pc:docMk/>
            <pc:sldMk cId="3727593418" sldId="270"/>
            <ac:cxnSpMk id="207" creationId="{F5154573-3589-D2D4-84DF-4844EC82DD61}"/>
          </ac:cxnSpMkLst>
        </pc:cxnChg>
      </pc:sldChg>
      <pc:sldChg chg="addSp delSp modSp mod">
        <pc:chgData name="MASUDA Kanji" userId="2093d8d6-c4ea-4a6b-97c6-9657b3192cc5" providerId="ADAL" clId="{3855F22F-9ABF-44B3-9C84-B284B2C48FA6}" dt="2025-11-04T08:48:48.445" v="6497" actId="403"/>
        <pc:sldMkLst>
          <pc:docMk/>
          <pc:sldMk cId="2425947119" sldId="272"/>
        </pc:sldMkLst>
        <pc:spChg chg="add mod">
          <ac:chgData name="MASUDA Kanji" userId="2093d8d6-c4ea-4a6b-97c6-9657b3192cc5" providerId="ADAL" clId="{3855F22F-9ABF-44B3-9C84-B284B2C48FA6}" dt="2025-11-04T08:45:20.233" v="6485" actId="1076"/>
          <ac:spMkLst>
            <pc:docMk/>
            <pc:sldMk cId="2425947119" sldId="272"/>
            <ac:spMk id="3" creationId="{B25DEB31-393B-978A-999C-945948A6FBA2}"/>
          </ac:spMkLst>
        </pc:spChg>
        <pc:spChg chg="del">
          <ac:chgData name="MASUDA Kanji" userId="2093d8d6-c4ea-4a6b-97c6-9657b3192cc5" providerId="ADAL" clId="{3855F22F-9ABF-44B3-9C84-B284B2C48FA6}" dt="2025-11-04T08:45:26.217" v="6486" actId="21"/>
          <ac:spMkLst>
            <pc:docMk/>
            <pc:sldMk cId="2425947119" sldId="272"/>
            <ac:spMk id="6" creationId="{7C7CDEDC-713A-5C92-9D58-F4DCA046F68A}"/>
          </ac:spMkLst>
        </pc:spChg>
        <pc:spChg chg="mod">
          <ac:chgData name="MASUDA Kanji" userId="2093d8d6-c4ea-4a6b-97c6-9657b3192cc5" providerId="ADAL" clId="{3855F22F-9ABF-44B3-9C84-B284B2C48FA6}" dt="2025-11-04T08:48:48.445" v="6497" actId="403"/>
          <ac:spMkLst>
            <pc:docMk/>
            <pc:sldMk cId="2425947119" sldId="272"/>
            <ac:spMk id="41" creationId="{71F51968-151E-EF2E-50B1-67C25EEC135C}"/>
          </ac:spMkLst>
        </pc:spChg>
      </pc:sldChg>
      <pc:sldChg chg="addSp modSp new mod modAnim">
        <pc:chgData name="MASUDA Kanji" userId="2093d8d6-c4ea-4a6b-97c6-9657b3192cc5" providerId="ADAL" clId="{3855F22F-9ABF-44B3-9C84-B284B2C48FA6}" dt="2025-11-05T07:05:21.330" v="9414" actId="113"/>
        <pc:sldMkLst>
          <pc:docMk/>
          <pc:sldMk cId="2116753666" sldId="273"/>
        </pc:sldMkLst>
        <pc:spChg chg="mod">
          <ac:chgData name="MASUDA Kanji" userId="2093d8d6-c4ea-4a6b-97c6-9657b3192cc5" providerId="ADAL" clId="{3855F22F-9ABF-44B3-9C84-B284B2C48FA6}" dt="2025-11-04T08:50:01.845" v="6505" actId="1076"/>
          <ac:spMkLst>
            <pc:docMk/>
            <pc:sldMk cId="2116753666" sldId="273"/>
            <ac:spMk id="2" creationId="{AE76AD30-A745-0138-6037-6EE9F3BF6191}"/>
          </ac:spMkLst>
        </pc:spChg>
        <pc:spChg chg="mod">
          <ac:chgData name="MASUDA Kanji" userId="2093d8d6-c4ea-4a6b-97c6-9657b3192cc5" providerId="ADAL" clId="{3855F22F-9ABF-44B3-9C84-B284B2C48FA6}" dt="2025-11-05T07:05:21.330" v="9414" actId="113"/>
          <ac:spMkLst>
            <pc:docMk/>
            <pc:sldMk cId="2116753666" sldId="273"/>
            <ac:spMk id="3" creationId="{7D223BE3-F9CC-18B2-1B7F-A5003DE5094E}"/>
          </ac:spMkLst>
        </pc:spChg>
        <pc:spChg chg="add mod">
          <ac:chgData name="MASUDA Kanji" userId="2093d8d6-c4ea-4a6b-97c6-9657b3192cc5" providerId="ADAL" clId="{3855F22F-9ABF-44B3-9C84-B284B2C48FA6}" dt="2025-11-04T08:52:38.290" v="6572" actId="207"/>
          <ac:spMkLst>
            <pc:docMk/>
            <pc:sldMk cId="2116753666" sldId="273"/>
            <ac:spMk id="5" creationId="{4282115E-6DF4-FAB3-7AC2-8938D08A937D}"/>
          </ac:spMkLst>
        </pc:spChg>
        <pc:spChg chg="add mod">
          <ac:chgData name="MASUDA Kanji" userId="2093d8d6-c4ea-4a6b-97c6-9657b3192cc5" providerId="ADAL" clId="{3855F22F-9ABF-44B3-9C84-B284B2C48FA6}" dt="2025-11-04T09:01:46.062" v="6717" actId="207"/>
          <ac:spMkLst>
            <pc:docMk/>
            <pc:sldMk cId="2116753666" sldId="273"/>
            <ac:spMk id="6" creationId="{060280C8-7DEF-CDF9-0E75-0B7A45C4ABD3}"/>
          </ac:spMkLst>
        </pc:spChg>
        <pc:spChg chg="add mod">
          <ac:chgData name="MASUDA Kanji" userId="2093d8d6-c4ea-4a6b-97c6-9657b3192cc5" providerId="ADAL" clId="{3855F22F-9ABF-44B3-9C84-B284B2C48FA6}" dt="2025-11-04T08:52:46.114" v="6573" actId="207"/>
          <ac:spMkLst>
            <pc:docMk/>
            <pc:sldMk cId="2116753666" sldId="273"/>
            <ac:spMk id="7" creationId="{3642E7C8-195C-39BC-3F8F-CDDA9C24FE39}"/>
          </ac:spMkLst>
        </pc:spChg>
        <pc:spChg chg="add mod">
          <ac:chgData name="MASUDA Kanji" userId="2093d8d6-c4ea-4a6b-97c6-9657b3192cc5" providerId="ADAL" clId="{3855F22F-9ABF-44B3-9C84-B284B2C48FA6}" dt="2025-11-04T08:55:43.547" v="6592" actId="1076"/>
          <ac:spMkLst>
            <pc:docMk/>
            <pc:sldMk cId="2116753666" sldId="273"/>
            <ac:spMk id="8" creationId="{9832DC16-C999-45DA-1175-FC7E5E8D8794}"/>
          </ac:spMkLst>
        </pc:spChg>
        <pc:spChg chg="add mod">
          <ac:chgData name="MASUDA Kanji" userId="2093d8d6-c4ea-4a6b-97c6-9657b3192cc5" providerId="ADAL" clId="{3855F22F-9ABF-44B3-9C84-B284B2C48FA6}" dt="2025-11-04T08:55:43.547" v="6592" actId="1076"/>
          <ac:spMkLst>
            <pc:docMk/>
            <pc:sldMk cId="2116753666" sldId="273"/>
            <ac:spMk id="9" creationId="{D12872E8-D82E-EC81-EF18-3C1D771424CA}"/>
          </ac:spMkLst>
        </pc:spChg>
        <pc:spChg chg="add mod">
          <ac:chgData name="MASUDA Kanji" userId="2093d8d6-c4ea-4a6b-97c6-9657b3192cc5" providerId="ADAL" clId="{3855F22F-9ABF-44B3-9C84-B284B2C48FA6}" dt="2025-11-04T09:01:59.182" v="6719" actId="207"/>
          <ac:spMkLst>
            <pc:docMk/>
            <pc:sldMk cId="2116753666" sldId="273"/>
            <ac:spMk id="10" creationId="{60051D9E-15E4-CB25-5196-784759F49F45}"/>
          </ac:spMkLst>
        </pc:spChg>
        <pc:spChg chg="add mod">
          <ac:chgData name="MASUDA Kanji" userId="2093d8d6-c4ea-4a6b-97c6-9657b3192cc5" providerId="ADAL" clId="{3855F22F-9ABF-44B3-9C84-B284B2C48FA6}" dt="2025-11-04T09:01:53.482" v="6718" actId="207"/>
          <ac:spMkLst>
            <pc:docMk/>
            <pc:sldMk cId="2116753666" sldId="273"/>
            <ac:spMk id="11" creationId="{A9679BB3-1A5F-0C49-2B4D-89A9060FC091}"/>
          </ac:spMkLst>
        </pc:spChg>
        <pc:spChg chg="add mod">
          <ac:chgData name="MASUDA Kanji" userId="2093d8d6-c4ea-4a6b-97c6-9657b3192cc5" providerId="ADAL" clId="{3855F22F-9ABF-44B3-9C84-B284B2C48FA6}" dt="2025-11-04T08:54:03.077" v="6581" actId="208"/>
          <ac:spMkLst>
            <pc:docMk/>
            <pc:sldMk cId="2116753666" sldId="273"/>
            <ac:spMk id="12" creationId="{119A117E-EBC3-8CDC-0AE1-C67EE910AA8A}"/>
          </ac:spMkLst>
        </pc:spChg>
        <pc:spChg chg="add mod">
          <ac:chgData name="MASUDA Kanji" userId="2093d8d6-c4ea-4a6b-97c6-9657b3192cc5" providerId="ADAL" clId="{3855F22F-9ABF-44B3-9C84-B284B2C48FA6}" dt="2025-11-04T08:55:43.547" v="6592" actId="1076"/>
          <ac:spMkLst>
            <pc:docMk/>
            <pc:sldMk cId="2116753666" sldId="273"/>
            <ac:spMk id="13" creationId="{3A910E3F-EAC3-CF94-C09E-8235080A4AC8}"/>
          </ac:spMkLst>
        </pc:spChg>
        <pc:spChg chg="add mod">
          <ac:chgData name="MASUDA Kanji" userId="2093d8d6-c4ea-4a6b-97c6-9657b3192cc5" providerId="ADAL" clId="{3855F22F-9ABF-44B3-9C84-B284B2C48FA6}" dt="2025-11-04T08:55:50.986" v="6593" actId="14100"/>
          <ac:spMkLst>
            <pc:docMk/>
            <pc:sldMk cId="2116753666" sldId="273"/>
            <ac:spMk id="14" creationId="{0A15A9BE-734D-28EA-AD60-C7688F5C0510}"/>
          </ac:spMkLst>
        </pc:spChg>
        <pc:spChg chg="add mod">
          <ac:chgData name="MASUDA Kanji" userId="2093d8d6-c4ea-4a6b-97c6-9657b3192cc5" providerId="ADAL" clId="{3855F22F-9ABF-44B3-9C84-B284B2C48FA6}" dt="2025-11-04T08:56:17.212" v="6626" actId="1076"/>
          <ac:spMkLst>
            <pc:docMk/>
            <pc:sldMk cId="2116753666" sldId="273"/>
            <ac:spMk id="15" creationId="{75FBDF90-B2D1-4DB7-A922-F53B4CE1E4E1}"/>
          </ac:spMkLst>
        </pc:spChg>
        <pc:spChg chg="add mod">
          <ac:chgData name="MASUDA Kanji" userId="2093d8d6-c4ea-4a6b-97c6-9657b3192cc5" providerId="ADAL" clId="{3855F22F-9ABF-44B3-9C84-B284B2C48FA6}" dt="2025-11-04T09:00:08.893" v="6699" actId="1076"/>
          <ac:spMkLst>
            <pc:docMk/>
            <pc:sldMk cId="2116753666" sldId="273"/>
            <ac:spMk id="16" creationId="{52CC8505-1542-6B03-981B-9F4193CE0B11}"/>
          </ac:spMkLst>
        </pc:spChg>
        <pc:spChg chg="add mod">
          <ac:chgData name="MASUDA Kanji" userId="2093d8d6-c4ea-4a6b-97c6-9657b3192cc5" providerId="ADAL" clId="{3855F22F-9ABF-44B3-9C84-B284B2C48FA6}" dt="2025-11-04T09:00:29.807" v="6716" actId="1076"/>
          <ac:spMkLst>
            <pc:docMk/>
            <pc:sldMk cId="2116753666" sldId="273"/>
            <ac:spMk id="17" creationId="{968F63DD-0135-813D-0597-810AC88DA058}"/>
          </ac:spMkLst>
        </pc:spChg>
      </pc:sldChg>
      <pc:sldChg chg="addSp delSp modSp new mod">
        <pc:chgData name="MASUDA Kanji" userId="2093d8d6-c4ea-4a6b-97c6-9657b3192cc5" providerId="ADAL" clId="{3855F22F-9ABF-44B3-9C84-B284B2C48FA6}" dt="2025-11-05T02:11:23.958" v="6970" actId="113"/>
        <pc:sldMkLst>
          <pc:docMk/>
          <pc:sldMk cId="1520775573" sldId="274"/>
        </pc:sldMkLst>
        <pc:spChg chg="mod">
          <ac:chgData name="MASUDA Kanji" userId="2093d8d6-c4ea-4a6b-97c6-9657b3192cc5" providerId="ADAL" clId="{3855F22F-9ABF-44B3-9C84-B284B2C48FA6}" dt="2025-10-31T05:51:47.679" v="695"/>
          <ac:spMkLst>
            <pc:docMk/>
            <pc:sldMk cId="1520775573" sldId="274"/>
            <ac:spMk id="2" creationId="{DFD3AEC7-F0DD-25E4-8C0F-8382728D7296}"/>
          </ac:spMkLst>
        </pc:spChg>
        <pc:spChg chg="mod">
          <ac:chgData name="MASUDA Kanji" userId="2093d8d6-c4ea-4a6b-97c6-9657b3192cc5" providerId="ADAL" clId="{3855F22F-9ABF-44B3-9C84-B284B2C48FA6}" dt="2025-11-05T02:11:23.958" v="6970" actId="113"/>
          <ac:spMkLst>
            <pc:docMk/>
            <pc:sldMk cId="1520775573" sldId="274"/>
            <ac:spMk id="3" creationId="{356DA40A-2F0C-D3CC-9FCF-7EC2F99F5F8B}"/>
          </ac:spMkLst>
        </pc:spChg>
      </pc:sldChg>
      <pc:sldChg chg="add del ord">
        <pc:chgData name="MASUDA Kanji" userId="2093d8d6-c4ea-4a6b-97c6-9657b3192cc5" providerId="ADAL" clId="{3855F22F-9ABF-44B3-9C84-B284B2C48FA6}" dt="2025-11-05T08:07:44.426" v="9458" actId="2696"/>
        <pc:sldMkLst>
          <pc:docMk/>
          <pc:sldMk cId="4078131308" sldId="275"/>
        </pc:sldMkLst>
      </pc:sldChg>
      <pc:sldChg chg="add del ord">
        <pc:chgData name="MASUDA Kanji" userId="2093d8d6-c4ea-4a6b-97c6-9657b3192cc5" providerId="ADAL" clId="{3855F22F-9ABF-44B3-9C84-B284B2C48FA6}" dt="2025-11-05T08:08:03.521" v="9461" actId="2696"/>
        <pc:sldMkLst>
          <pc:docMk/>
          <pc:sldMk cId="16212020" sldId="276"/>
        </pc:sldMkLst>
      </pc:sldChg>
      <pc:sldChg chg="addSp modSp add mod modNotesTx">
        <pc:chgData name="MASUDA Kanji" userId="2093d8d6-c4ea-4a6b-97c6-9657b3192cc5" providerId="ADAL" clId="{3855F22F-9ABF-44B3-9C84-B284B2C48FA6}" dt="2025-11-05T02:14:34.335" v="6980" actId="2711"/>
        <pc:sldMkLst>
          <pc:docMk/>
          <pc:sldMk cId="3582957360" sldId="509"/>
        </pc:sldMkLst>
        <pc:spChg chg="mod">
          <ac:chgData name="MASUDA Kanji" userId="2093d8d6-c4ea-4a6b-97c6-9657b3192cc5" providerId="ADAL" clId="{3855F22F-9ABF-44B3-9C84-B284B2C48FA6}" dt="2025-10-31T07:48:11.986" v="3665"/>
          <ac:spMkLst>
            <pc:docMk/>
            <pc:sldMk cId="3582957360" sldId="509"/>
            <ac:spMk id="2" creationId="{3E6F9AA8-5CC4-5D43-A0A0-0AF2130A6A7E}"/>
          </ac:spMkLst>
        </pc:spChg>
        <pc:spChg chg="mod">
          <ac:chgData name="MASUDA Kanji" userId="2093d8d6-c4ea-4a6b-97c6-9657b3192cc5" providerId="ADAL" clId="{3855F22F-9ABF-44B3-9C84-B284B2C48FA6}" dt="2025-11-05T02:14:34.335" v="6980" actId="2711"/>
          <ac:spMkLst>
            <pc:docMk/>
            <pc:sldMk cId="3582957360" sldId="509"/>
            <ac:spMk id="3" creationId="{D984BB08-0C3E-F245-BE6E-9F0313CB5E8E}"/>
          </ac:spMkLst>
        </pc:spChg>
        <pc:spChg chg="mod">
          <ac:chgData name="MASUDA Kanji" userId="2093d8d6-c4ea-4a6b-97c6-9657b3192cc5" providerId="ADAL" clId="{3855F22F-9ABF-44B3-9C84-B284B2C48FA6}" dt="2025-10-31T07:15:05.694" v="2450" actId="1076"/>
          <ac:spMkLst>
            <pc:docMk/>
            <pc:sldMk cId="3582957360" sldId="509"/>
            <ac:spMk id="4" creationId="{25F5E988-1AEB-DA7F-F2AA-7C65814F1CC0}"/>
          </ac:spMkLst>
        </pc:spChg>
        <pc:spChg chg="mod">
          <ac:chgData name="MASUDA Kanji" userId="2093d8d6-c4ea-4a6b-97c6-9657b3192cc5" providerId="ADAL" clId="{3855F22F-9ABF-44B3-9C84-B284B2C48FA6}" dt="2025-10-31T07:15:05.694" v="2450" actId="1076"/>
          <ac:spMkLst>
            <pc:docMk/>
            <pc:sldMk cId="3582957360" sldId="509"/>
            <ac:spMk id="9" creationId="{EFDC0430-CF1B-7ADB-074B-D3EFED93E500}"/>
          </ac:spMkLst>
        </pc:spChg>
        <pc:spChg chg="mod">
          <ac:chgData name="MASUDA Kanji" userId="2093d8d6-c4ea-4a6b-97c6-9657b3192cc5" providerId="ADAL" clId="{3855F22F-9ABF-44B3-9C84-B284B2C48FA6}" dt="2025-11-01T02:00:27.626" v="5564" actId="1076"/>
          <ac:spMkLst>
            <pc:docMk/>
            <pc:sldMk cId="3582957360" sldId="509"/>
            <ac:spMk id="17" creationId="{FDABAF03-E6A7-CFDB-8B70-873B0B3BE029}"/>
          </ac:spMkLst>
        </pc:spChg>
        <pc:spChg chg="mod">
          <ac:chgData name="MASUDA Kanji" userId="2093d8d6-c4ea-4a6b-97c6-9657b3192cc5" providerId="ADAL" clId="{3855F22F-9ABF-44B3-9C84-B284B2C48FA6}" dt="2025-10-31T07:15:05.694" v="2450" actId="1076"/>
          <ac:spMkLst>
            <pc:docMk/>
            <pc:sldMk cId="3582957360" sldId="509"/>
            <ac:spMk id="25" creationId="{1917CC2A-48B5-EFB8-8148-6C3E5C701D59}"/>
          </ac:spMkLst>
        </pc:spChg>
        <pc:spChg chg="mod">
          <ac:chgData name="MASUDA Kanji" userId="2093d8d6-c4ea-4a6b-97c6-9657b3192cc5" providerId="ADAL" clId="{3855F22F-9ABF-44B3-9C84-B284B2C48FA6}" dt="2025-10-31T07:15:05.694" v="2450" actId="1076"/>
          <ac:spMkLst>
            <pc:docMk/>
            <pc:sldMk cId="3582957360" sldId="509"/>
            <ac:spMk id="27" creationId="{CD4D3AB3-538C-0626-BD56-7F2314150735}"/>
          </ac:spMkLst>
        </pc:spChg>
        <pc:spChg chg="mod">
          <ac:chgData name="MASUDA Kanji" userId="2093d8d6-c4ea-4a6b-97c6-9657b3192cc5" providerId="ADAL" clId="{3855F22F-9ABF-44B3-9C84-B284B2C48FA6}" dt="2025-10-31T07:15:05.694" v="2450" actId="1076"/>
          <ac:spMkLst>
            <pc:docMk/>
            <pc:sldMk cId="3582957360" sldId="509"/>
            <ac:spMk id="28" creationId="{66E15E0F-A36D-E0C3-7ABE-7B77E6D31D52}"/>
          </ac:spMkLst>
        </pc:spChg>
        <pc:spChg chg="mod">
          <ac:chgData name="MASUDA Kanji" userId="2093d8d6-c4ea-4a6b-97c6-9657b3192cc5" providerId="ADAL" clId="{3855F22F-9ABF-44B3-9C84-B284B2C48FA6}" dt="2025-10-31T07:15:05.694" v="2450" actId="1076"/>
          <ac:spMkLst>
            <pc:docMk/>
            <pc:sldMk cId="3582957360" sldId="509"/>
            <ac:spMk id="30" creationId="{DF4361C6-6714-071C-A8FE-90A3F9115EDB}"/>
          </ac:spMkLst>
        </pc:spChg>
        <pc:spChg chg="mod">
          <ac:chgData name="MASUDA Kanji" userId="2093d8d6-c4ea-4a6b-97c6-9657b3192cc5" providerId="ADAL" clId="{3855F22F-9ABF-44B3-9C84-B284B2C48FA6}" dt="2025-10-31T07:15:05.694" v="2450" actId="1076"/>
          <ac:spMkLst>
            <pc:docMk/>
            <pc:sldMk cId="3582957360" sldId="509"/>
            <ac:spMk id="31" creationId="{3A122E1B-FED3-BB11-7CAB-E6C10B06CAD3}"/>
          </ac:spMkLst>
        </pc:spChg>
        <pc:spChg chg="mod">
          <ac:chgData name="MASUDA Kanji" userId="2093d8d6-c4ea-4a6b-97c6-9657b3192cc5" providerId="ADAL" clId="{3855F22F-9ABF-44B3-9C84-B284B2C48FA6}" dt="2025-11-01T02:00:23.785" v="5563" actId="1076"/>
          <ac:spMkLst>
            <pc:docMk/>
            <pc:sldMk cId="3582957360" sldId="509"/>
            <ac:spMk id="32" creationId="{686D9554-AEC1-81AD-C543-90F24D7F8375}"/>
          </ac:spMkLst>
        </pc:spChg>
        <pc:grpChg chg="mod">
          <ac:chgData name="MASUDA Kanji" userId="2093d8d6-c4ea-4a6b-97c6-9657b3192cc5" providerId="ADAL" clId="{3855F22F-9ABF-44B3-9C84-B284B2C48FA6}" dt="2025-10-31T07:15:05.694" v="2450" actId="1076"/>
          <ac:grpSpMkLst>
            <pc:docMk/>
            <pc:sldMk cId="3582957360" sldId="509"/>
            <ac:grpSpMk id="12" creationId="{5761B4AA-E7A3-410D-4ACF-CF802846705E}"/>
          </ac:grpSpMkLst>
        </pc:grpChg>
        <pc:grpChg chg="mod">
          <ac:chgData name="MASUDA Kanji" userId="2093d8d6-c4ea-4a6b-97c6-9657b3192cc5" providerId="ADAL" clId="{3855F22F-9ABF-44B3-9C84-B284B2C48FA6}" dt="2025-10-31T07:15:05.694" v="2450" actId="1076"/>
          <ac:grpSpMkLst>
            <pc:docMk/>
            <pc:sldMk cId="3582957360" sldId="509"/>
            <ac:grpSpMk id="13" creationId="{F5C005D9-BA6B-28D4-2CAE-31E436B1A4D9}"/>
          </ac:grpSpMkLst>
        </pc:grpChg>
        <pc:grpChg chg="mod">
          <ac:chgData name="MASUDA Kanji" userId="2093d8d6-c4ea-4a6b-97c6-9657b3192cc5" providerId="ADAL" clId="{3855F22F-9ABF-44B3-9C84-B284B2C48FA6}" dt="2025-10-31T07:15:05.694" v="2450" actId="1076"/>
          <ac:grpSpMkLst>
            <pc:docMk/>
            <pc:sldMk cId="3582957360" sldId="509"/>
            <ac:grpSpMk id="20" creationId="{A2A4EEB8-A247-2E2C-4EBA-ECE64F4B5C48}"/>
          </ac:grpSpMkLst>
        </pc:grpChg>
      </pc:sldChg>
      <pc:sldChg chg="modSp add mod modAnim modNotesTx">
        <pc:chgData name="MASUDA Kanji" userId="2093d8d6-c4ea-4a6b-97c6-9657b3192cc5" providerId="ADAL" clId="{3855F22F-9ABF-44B3-9C84-B284B2C48FA6}" dt="2025-10-31T08:16:16.599" v="5464"/>
        <pc:sldMkLst>
          <pc:docMk/>
          <pc:sldMk cId="1341855756" sldId="594"/>
        </pc:sldMkLst>
        <pc:spChg chg="mod">
          <ac:chgData name="MASUDA Kanji" userId="2093d8d6-c4ea-4a6b-97c6-9657b3192cc5" providerId="ADAL" clId="{3855F22F-9ABF-44B3-9C84-B284B2C48FA6}" dt="2025-10-31T07:37:52.081" v="3089" actId="14100"/>
          <ac:spMkLst>
            <pc:docMk/>
            <pc:sldMk cId="1341855756" sldId="594"/>
            <ac:spMk id="2" creationId="{DBA4572A-9FEC-AE04-377B-E8965DE3648A}"/>
          </ac:spMkLst>
        </pc:spChg>
        <pc:spChg chg="mod">
          <ac:chgData name="MASUDA Kanji" userId="2093d8d6-c4ea-4a6b-97c6-9657b3192cc5" providerId="ADAL" clId="{3855F22F-9ABF-44B3-9C84-B284B2C48FA6}" dt="2025-10-31T08:12:03.448" v="5422" actId="255"/>
          <ac:spMkLst>
            <pc:docMk/>
            <pc:sldMk cId="1341855756" sldId="594"/>
            <ac:spMk id="3" creationId="{E3C1A06F-6105-02E2-DF18-C24D82C62570}"/>
          </ac:spMkLst>
        </pc:spChg>
        <pc:spChg chg="mod">
          <ac:chgData name="MASUDA Kanji" userId="2093d8d6-c4ea-4a6b-97c6-9657b3192cc5" providerId="ADAL" clId="{3855F22F-9ABF-44B3-9C84-B284B2C48FA6}" dt="2025-10-31T07:32:55.023" v="3074" actId="207"/>
          <ac:spMkLst>
            <pc:docMk/>
            <pc:sldMk cId="1341855756" sldId="594"/>
            <ac:spMk id="9" creationId="{7B7C9AA1-82B0-111F-AD1D-99B3DAE29E9C}"/>
          </ac:spMkLst>
        </pc:spChg>
        <pc:spChg chg="mod">
          <ac:chgData name="MASUDA Kanji" userId="2093d8d6-c4ea-4a6b-97c6-9657b3192cc5" providerId="ADAL" clId="{3855F22F-9ABF-44B3-9C84-B284B2C48FA6}" dt="2025-10-31T07:32:55.023" v="3074" actId="207"/>
          <ac:spMkLst>
            <pc:docMk/>
            <pc:sldMk cId="1341855756" sldId="594"/>
            <ac:spMk id="10" creationId="{8D979069-38B3-AA67-E738-E9BA6881972F}"/>
          </ac:spMkLst>
        </pc:spChg>
        <pc:spChg chg="mod">
          <ac:chgData name="MASUDA Kanji" userId="2093d8d6-c4ea-4a6b-97c6-9657b3192cc5" providerId="ADAL" clId="{3855F22F-9ABF-44B3-9C84-B284B2C48FA6}" dt="2025-10-31T07:32:55.023" v="3074" actId="207"/>
          <ac:spMkLst>
            <pc:docMk/>
            <pc:sldMk cId="1341855756" sldId="594"/>
            <ac:spMk id="11" creationId="{EE7C0BD0-FDDB-DA41-85C4-886312EE79F8}"/>
          </ac:spMkLst>
        </pc:spChg>
        <pc:spChg chg="mod">
          <ac:chgData name="MASUDA Kanji" userId="2093d8d6-c4ea-4a6b-97c6-9657b3192cc5" providerId="ADAL" clId="{3855F22F-9ABF-44B3-9C84-B284B2C48FA6}" dt="2025-10-31T07:32:55.023" v="3074" actId="207"/>
          <ac:spMkLst>
            <pc:docMk/>
            <pc:sldMk cId="1341855756" sldId="594"/>
            <ac:spMk id="14" creationId="{1CA43AEC-617A-3B6A-5513-32715094B3A1}"/>
          </ac:spMkLst>
        </pc:spChg>
        <pc:spChg chg="mod">
          <ac:chgData name="MASUDA Kanji" userId="2093d8d6-c4ea-4a6b-97c6-9657b3192cc5" providerId="ADAL" clId="{3855F22F-9ABF-44B3-9C84-B284B2C48FA6}" dt="2025-10-31T07:32:55.023" v="3074" actId="207"/>
          <ac:spMkLst>
            <pc:docMk/>
            <pc:sldMk cId="1341855756" sldId="594"/>
            <ac:spMk id="15" creationId="{581F35D6-D725-0CFA-08AD-E316D041474B}"/>
          </ac:spMkLst>
        </pc:spChg>
        <pc:spChg chg="mod">
          <ac:chgData name="MASUDA Kanji" userId="2093d8d6-c4ea-4a6b-97c6-9657b3192cc5" providerId="ADAL" clId="{3855F22F-9ABF-44B3-9C84-B284B2C48FA6}" dt="2025-10-31T07:32:55.023" v="3074" actId="207"/>
          <ac:spMkLst>
            <pc:docMk/>
            <pc:sldMk cId="1341855756" sldId="594"/>
            <ac:spMk id="30" creationId="{FFD250EC-29E5-4478-3A5C-D67448CA4768}"/>
          </ac:spMkLst>
        </pc:spChg>
        <pc:spChg chg="mod">
          <ac:chgData name="MASUDA Kanji" userId="2093d8d6-c4ea-4a6b-97c6-9657b3192cc5" providerId="ADAL" clId="{3855F22F-9ABF-44B3-9C84-B284B2C48FA6}" dt="2025-10-31T07:32:55.023" v="3074" actId="207"/>
          <ac:spMkLst>
            <pc:docMk/>
            <pc:sldMk cId="1341855756" sldId="594"/>
            <ac:spMk id="31" creationId="{EE18DD12-0D4D-4BC4-12E8-48C49D295645}"/>
          </ac:spMkLst>
        </pc:spChg>
        <pc:grpChg chg="mod">
          <ac:chgData name="MASUDA Kanji" userId="2093d8d6-c4ea-4a6b-97c6-9657b3192cc5" providerId="ADAL" clId="{3855F22F-9ABF-44B3-9C84-B284B2C48FA6}" dt="2025-10-31T07:32:55.023" v="3074" actId="207"/>
          <ac:grpSpMkLst>
            <pc:docMk/>
            <pc:sldMk cId="1341855756" sldId="594"/>
            <ac:grpSpMk id="40" creationId="{457BDE63-241D-78C5-8EB9-B6479A367A68}"/>
          </ac:grpSpMkLst>
        </pc:grpChg>
        <pc:grpChg chg="mod">
          <ac:chgData name="MASUDA Kanji" userId="2093d8d6-c4ea-4a6b-97c6-9657b3192cc5" providerId="ADAL" clId="{3855F22F-9ABF-44B3-9C84-B284B2C48FA6}" dt="2025-10-31T07:32:55.023" v="3074" actId="207"/>
          <ac:grpSpMkLst>
            <pc:docMk/>
            <pc:sldMk cId="1341855756" sldId="594"/>
            <ac:grpSpMk id="41" creationId="{A9302687-44EB-F43D-DD9D-3BA046E94630}"/>
          </ac:grpSpMkLst>
        </pc:grpChg>
        <pc:cxnChg chg="mod">
          <ac:chgData name="MASUDA Kanji" userId="2093d8d6-c4ea-4a6b-97c6-9657b3192cc5" providerId="ADAL" clId="{3855F22F-9ABF-44B3-9C84-B284B2C48FA6}" dt="2025-10-31T07:33:12.343" v="3075" actId="208"/>
          <ac:cxnSpMkLst>
            <pc:docMk/>
            <pc:sldMk cId="1341855756" sldId="594"/>
            <ac:cxnSpMk id="19" creationId="{FCD48C27-E6DF-0879-1700-825252F3E5A0}"/>
          </ac:cxnSpMkLst>
        </pc:cxnChg>
        <pc:cxnChg chg="mod">
          <ac:chgData name="MASUDA Kanji" userId="2093d8d6-c4ea-4a6b-97c6-9657b3192cc5" providerId="ADAL" clId="{3855F22F-9ABF-44B3-9C84-B284B2C48FA6}" dt="2025-10-31T07:33:39.040" v="3078" actId="208"/>
          <ac:cxnSpMkLst>
            <pc:docMk/>
            <pc:sldMk cId="1341855756" sldId="594"/>
            <ac:cxnSpMk id="20" creationId="{78BDDA81-43F9-4167-5B77-3E4A5B90A210}"/>
          </ac:cxnSpMkLst>
        </pc:cxnChg>
        <pc:cxnChg chg="mod">
          <ac:chgData name="MASUDA Kanji" userId="2093d8d6-c4ea-4a6b-97c6-9657b3192cc5" providerId="ADAL" clId="{3855F22F-9ABF-44B3-9C84-B284B2C48FA6}" dt="2025-10-31T07:33:21.590" v="3076" actId="208"/>
          <ac:cxnSpMkLst>
            <pc:docMk/>
            <pc:sldMk cId="1341855756" sldId="594"/>
            <ac:cxnSpMk id="24" creationId="{2A802BD8-3200-4030-BFBB-DFD9296D2663}"/>
          </ac:cxnSpMkLst>
        </pc:cxnChg>
        <pc:cxnChg chg="mod">
          <ac:chgData name="MASUDA Kanji" userId="2093d8d6-c4ea-4a6b-97c6-9657b3192cc5" providerId="ADAL" clId="{3855F22F-9ABF-44B3-9C84-B284B2C48FA6}" dt="2025-10-31T07:33:29.038" v="3077" actId="208"/>
          <ac:cxnSpMkLst>
            <pc:docMk/>
            <pc:sldMk cId="1341855756" sldId="594"/>
            <ac:cxnSpMk id="27" creationId="{AD01C27A-31F2-FF77-EAD1-60B6D486C117}"/>
          </ac:cxnSpMkLst>
        </pc:cxnChg>
        <pc:cxnChg chg="mod">
          <ac:chgData name="MASUDA Kanji" userId="2093d8d6-c4ea-4a6b-97c6-9657b3192cc5" providerId="ADAL" clId="{3855F22F-9ABF-44B3-9C84-B284B2C48FA6}" dt="2025-10-31T07:33:44.231" v="3079" actId="208"/>
          <ac:cxnSpMkLst>
            <pc:docMk/>
            <pc:sldMk cId="1341855756" sldId="594"/>
            <ac:cxnSpMk id="32" creationId="{A9789131-F98D-DA1A-4A8A-A1296B35F75D}"/>
          </ac:cxnSpMkLst>
        </pc:cxnChg>
        <pc:cxnChg chg="mod">
          <ac:chgData name="MASUDA Kanji" userId="2093d8d6-c4ea-4a6b-97c6-9657b3192cc5" providerId="ADAL" clId="{3855F22F-9ABF-44B3-9C84-B284B2C48FA6}" dt="2025-10-31T07:33:49.439" v="3080" actId="208"/>
          <ac:cxnSpMkLst>
            <pc:docMk/>
            <pc:sldMk cId="1341855756" sldId="594"/>
            <ac:cxnSpMk id="33" creationId="{E585B407-33A8-37E2-0647-F8191DDBDF3E}"/>
          </ac:cxnSpMkLst>
        </pc:cxnChg>
      </pc:sldChg>
      <pc:sldChg chg="modSp new del mod ord">
        <pc:chgData name="MASUDA Kanji" userId="2093d8d6-c4ea-4a6b-97c6-9657b3192cc5" providerId="ADAL" clId="{3855F22F-9ABF-44B3-9C84-B284B2C48FA6}" dt="2025-11-05T08:07:54.035" v="9459" actId="2696"/>
        <pc:sldMkLst>
          <pc:docMk/>
          <pc:sldMk cId="2602934384" sldId="595"/>
        </pc:sldMkLst>
      </pc:sldChg>
      <pc:sldChg chg="modSp new mod ord">
        <pc:chgData name="MASUDA Kanji" userId="2093d8d6-c4ea-4a6b-97c6-9657b3192cc5" providerId="ADAL" clId="{3855F22F-9ABF-44B3-9C84-B284B2C48FA6}" dt="2025-10-31T08:11:50.273" v="5421" actId="255"/>
        <pc:sldMkLst>
          <pc:docMk/>
          <pc:sldMk cId="624180983" sldId="596"/>
        </pc:sldMkLst>
        <pc:spChg chg="mod">
          <ac:chgData name="MASUDA Kanji" userId="2093d8d6-c4ea-4a6b-97c6-9657b3192cc5" providerId="ADAL" clId="{3855F22F-9ABF-44B3-9C84-B284B2C48FA6}" dt="2025-10-31T07:54:31.230" v="4422"/>
          <ac:spMkLst>
            <pc:docMk/>
            <pc:sldMk cId="624180983" sldId="596"/>
            <ac:spMk id="2" creationId="{C5A2F734-B5A6-FC93-EA15-7B35E84D8DB0}"/>
          </ac:spMkLst>
        </pc:spChg>
        <pc:spChg chg="mod">
          <ac:chgData name="MASUDA Kanji" userId="2093d8d6-c4ea-4a6b-97c6-9657b3192cc5" providerId="ADAL" clId="{3855F22F-9ABF-44B3-9C84-B284B2C48FA6}" dt="2025-10-31T08:11:50.273" v="5421" actId="255"/>
          <ac:spMkLst>
            <pc:docMk/>
            <pc:sldMk cId="624180983" sldId="596"/>
            <ac:spMk id="3" creationId="{6FB99725-058E-DB8C-AC04-0F967F670F8F}"/>
          </ac:spMkLst>
        </pc:spChg>
      </pc:sldChg>
      <pc:sldChg chg="delSp modSp new mod">
        <pc:chgData name="MASUDA Kanji" userId="2093d8d6-c4ea-4a6b-97c6-9657b3192cc5" providerId="ADAL" clId="{3855F22F-9ABF-44B3-9C84-B284B2C48FA6}" dt="2025-10-31T08:02:04.090" v="5311" actId="21"/>
        <pc:sldMkLst>
          <pc:docMk/>
          <pc:sldMk cId="3158139915" sldId="597"/>
        </pc:sldMkLst>
        <pc:spChg chg="mod">
          <ac:chgData name="MASUDA Kanji" userId="2093d8d6-c4ea-4a6b-97c6-9657b3192cc5" providerId="ADAL" clId="{3855F22F-9ABF-44B3-9C84-B284B2C48FA6}" dt="2025-10-31T08:01:57.733" v="5310" actId="1076"/>
          <ac:spMkLst>
            <pc:docMk/>
            <pc:sldMk cId="3158139915" sldId="597"/>
            <ac:spMk id="2" creationId="{1BBFE7BB-9337-1E19-B8B0-34AD35DDCF06}"/>
          </ac:spMkLst>
        </pc:spChg>
      </pc:sldChg>
      <pc:sldChg chg="addSp delSp modSp new mod modAnim">
        <pc:chgData name="MASUDA Kanji" userId="2093d8d6-c4ea-4a6b-97c6-9657b3192cc5" providerId="ADAL" clId="{3855F22F-9ABF-44B3-9C84-B284B2C48FA6}" dt="2025-11-05T07:05:32.826" v="9415" actId="113"/>
        <pc:sldMkLst>
          <pc:docMk/>
          <pc:sldMk cId="2325931063" sldId="598"/>
        </pc:sldMkLst>
        <pc:spChg chg="mod">
          <ac:chgData name="MASUDA Kanji" userId="2093d8d6-c4ea-4a6b-97c6-9657b3192cc5" providerId="ADAL" clId="{3855F22F-9ABF-44B3-9C84-B284B2C48FA6}" dt="2025-11-01T01:48:04.275" v="5500" actId="14100"/>
          <ac:spMkLst>
            <pc:docMk/>
            <pc:sldMk cId="2325931063" sldId="598"/>
            <ac:spMk id="2" creationId="{36BFF102-0B5B-992E-3CE8-C5580276D0D9}"/>
          </ac:spMkLst>
        </pc:spChg>
        <pc:spChg chg="mod">
          <ac:chgData name="MASUDA Kanji" userId="2093d8d6-c4ea-4a6b-97c6-9657b3192cc5" providerId="ADAL" clId="{3855F22F-9ABF-44B3-9C84-B284B2C48FA6}" dt="2025-11-05T07:05:32.826" v="9415" actId="113"/>
          <ac:spMkLst>
            <pc:docMk/>
            <pc:sldMk cId="2325931063" sldId="598"/>
            <ac:spMk id="3" creationId="{B6C78221-AC22-E9A1-BC56-7434EAC330A8}"/>
          </ac:spMkLst>
        </pc:spChg>
        <pc:spChg chg="add mod">
          <ac:chgData name="MASUDA Kanji" userId="2093d8d6-c4ea-4a6b-97c6-9657b3192cc5" providerId="ADAL" clId="{3855F22F-9ABF-44B3-9C84-B284B2C48FA6}" dt="2025-11-01T01:48:36.166" v="5504" actId="1076"/>
          <ac:spMkLst>
            <pc:docMk/>
            <pc:sldMk cId="2325931063" sldId="598"/>
            <ac:spMk id="5" creationId="{07D7C742-9324-1A3A-DF25-1F68237C4B0D}"/>
          </ac:spMkLst>
        </pc:spChg>
        <pc:spChg chg="add mod">
          <ac:chgData name="MASUDA Kanji" userId="2093d8d6-c4ea-4a6b-97c6-9657b3192cc5" providerId="ADAL" clId="{3855F22F-9ABF-44B3-9C84-B284B2C48FA6}" dt="2025-11-01T01:48:36.166" v="5504" actId="1076"/>
          <ac:spMkLst>
            <pc:docMk/>
            <pc:sldMk cId="2325931063" sldId="598"/>
            <ac:spMk id="7" creationId="{15A1A893-B0AD-7FE5-4FEA-56E7426824F1}"/>
          </ac:spMkLst>
        </pc:spChg>
        <pc:spChg chg="add mod">
          <ac:chgData name="MASUDA Kanji" userId="2093d8d6-c4ea-4a6b-97c6-9657b3192cc5" providerId="ADAL" clId="{3855F22F-9ABF-44B3-9C84-B284B2C48FA6}" dt="2025-11-01T01:48:36.166" v="5504" actId="1076"/>
          <ac:spMkLst>
            <pc:docMk/>
            <pc:sldMk cId="2325931063" sldId="598"/>
            <ac:spMk id="8" creationId="{3F98A5AB-9E5E-CF27-2D89-CBB85B2D5428}"/>
          </ac:spMkLst>
        </pc:spChg>
        <pc:spChg chg="add mod">
          <ac:chgData name="MASUDA Kanji" userId="2093d8d6-c4ea-4a6b-97c6-9657b3192cc5" providerId="ADAL" clId="{3855F22F-9ABF-44B3-9C84-B284B2C48FA6}" dt="2025-11-01T01:48:36.166" v="5504" actId="1076"/>
          <ac:spMkLst>
            <pc:docMk/>
            <pc:sldMk cId="2325931063" sldId="598"/>
            <ac:spMk id="11" creationId="{1D079912-BCB3-568F-AB16-C1127DBCC663}"/>
          </ac:spMkLst>
        </pc:spChg>
        <pc:spChg chg="add mod">
          <ac:chgData name="MASUDA Kanji" userId="2093d8d6-c4ea-4a6b-97c6-9657b3192cc5" providerId="ADAL" clId="{3855F22F-9ABF-44B3-9C84-B284B2C48FA6}" dt="2025-11-01T01:48:36.166" v="5504" actId="1076"/>
          <ac:spMkLst>
            <pc:docMk/>
            <pc:sldMk cId="2325931063" sldId="598"/>
            <ac:spMk id="12" creationId="{7D391826-D6E4-6550-1211-E6B2C4ADA6FE}"/>
          </ac:spMkLst>
        </pc:spChg>
        <pc:spChg chg="add mod">
          <ac:chgData name="MASUDA Kanji" userId="2093d8d6-c4ea-4a6b-97c6-9657b3192cc5" providerId="ADAL" clId="{3855F22F-9ABF-44B3-9C84-B284B2C48FA6}" dt="2025-11-01T01:48:36.166" v="5504" actId="1076"/>
          <ac:spMkLst>
            <pc:docMk/>
            <pc:sldMk cId="2325931063" sldId="598"/>
            <ac:spMk id="15" creationId="{A862F147-5C5D-6EA8-53D7-0EC04C94F8FC}"/>
          </ac:spMkLst>
        </pc:spChg>
        <pc:spChg chg="add mod">
          <ac:chgData name="MASUDA Kanji" userId="2093d8d6-c4ea-4a6b-97c6-9657b3192cc5" providerId="ADAL" clId="{3855F22F-9ABF-44B3-9C84-B284B2C48FA6}" dt="2025-11-01T01:48:36.166" v="5504" actId="1076"/>
          <ac:spMkLst>
            <pc:docMk/>
            <pc:sldMk cId="2325931063" sldId="598"/>
            <ac:spMk id="16" creationId="{DB25BA85-95AE-3D9F-E226-8A6E76E285BA}"/>
          </ac:spMkLst>
        </pc:spChg>
        <pc:spChg chg="add mod">
          <ac:chgData name="MASUDA Kanji" userId="2093d8d6-c4ea-4a6b-97c6-9657b3192cc5" providerId="ADAL" clId="{3855F22F-9ABF-44B3-9C84-B284B2C48FA6}" dt="2025-11-01T01:49:16.135" v="5507" actId="207"/>
          <ac:spMkLst>
            <pc:docMk/>
            <pc:sldMk cId="2325931063" sldId="598"/>
            <ac:spMk id="17" creationId="{5788029D-925F-A074-79E9-DA8661FB0E26}"/>
          </ac:spMkLst>
        </pc:spChg>
        <pc:spChg chg="add mod">
          <ac:chgData name="MASUDA Kanji" userId="2093d8d6-c4ea-4a6b-97c6-9657b3192cc5" providerId="ADAL" clId="{3855F22F-9ABF-44B3-9C84-B284B2C48FA6}" dt="2025-11-01T01:49:39.568" v="5510" actId="207"/>
          <ac:spMkLst>
            <pc:docMk/>
            <pc:sldMk cId="2325931063" sldId="598"/>
            <ac:spMk id="18" creationId="{F4495725-8664-F572-4FBC-1D0CA0C004BD}"/>
          </ac:spMkLst>
        </pc:spChg>
        <pc:spChg chg="add mod">
          <ac:chgData name="MASUDA Kanji" userId="2093d8d6-c4ea-4a6b-97c6-9657b3192cc5" providerId="ADAL" clId="{3855F22F-9ABF-44B3-9C84-B284B2C48FA6}" dt="2025-11-01T01:50:16.335" v="5514" actId="1076"/>
          <ac:spMkLst>
            <pc:docMk/>
            <pc:sldMk cId="2325931063" sldId="598"/>
            <ac:spMk id="19" creationId="{7CD17C96-78BE-7B67-41F8-4984E13BFECE}"/>
          </ac:spMkLst>
        </pc:spChg>
        <pc:spChg chg="add mod">
          <ac:chgData name="MASUDA Kanji" userId="2093d8d6-c4ea-4a6b-97c6-9657b3192cc5" providerId="ADAL" clId="{3855F22F-9ABF-44B3-9C84-B284B2C48FA6}" dt="2025-11-01T01:52:11.663" v="5517" actId="207"/>
          <ac:spMkLst>
            <pc:docMk/>
            <pc:sldMk cId="2325931063" sldId="598"/>
            <ac:spMk id="20" creationId="{449577F3-838E-8811-84CE-4AF3BAC0E10B}"/>
          </ac:spMkLst>
        </pc:spChg>
        <pc:spChg chg="add mod">
          <ac:chgData name="MASUDA Kanji" userId="2093d8d6-c4ea-4a6b-97c6-9657b3192cc5" providerId="ADAL" clId="{3855F22F-9ABF-44B3-9C84-B284B2C48FA6}" dt="2025-11-01T04:11:03.923" v="6282" actId="1076"/>
          <ac:spMkLst>
            <pc:docMk/>
            <pc:sldMk cId="2325931063" sldId="598"/>
            <ac:spMk id="21" creationId="{9D47822E-BD0C-9C90-0FB7-985A645F998E}"/>
          </ac:spMkLst>
        </pc:spChg>
        <pc:spChg chg="add mod">
          <ac:chgData name="MASUDA Kanji" userId="2093d8d6-c4ea-4a6b-97c6-9657b3192cc5" providerId="ADAL" clId="{3855F22F-9ABF-44B3-9C84-B284B2C48FA6}" dt="2025-11-01T04:12:12.164" v="6299" actId="20577"/>
          <ac:spMkLst>
            <pc:docMk/>
            <pc:sldMk cId="2325931063" sldId="598"/>
            <ac:spMk id="22" creationId="{A4C26B13-DF12-2CE5-5CB5-5A9F7979A705}"/>
          </ac:spMkLst>
        </pc:spChg>
        <pc:spChg chg="add del mod">
          <ac:chgData name="MASUDA Kanji" userId="2093d8d6-c4ea-4a6b-97c6-9657b3192cc5" providerId="ADAL" clId="{3855F22F-9ABF-44B3-9C84-B284B2C48FA6}" dt="2025-11-01T04:12:08.359" v="6297" actId="20577"/>
          <ac:spMkLst>
            <pc:docMk/>
            <pc:sldMk cId="2325931063" sldId="598"/>
            <ac:spMk id="23" creationId="{0FB99803-4244-7290-37F2-2B411E286D0F}"/>
          </ac:spMkLst>
        </pc:spChg>
        <pc:spChg chg="add mod">
          <ac:chgData name="MASUDA Kanji" userId="2093d8d6-c4ea-4a6b-97c6-9657b3192cc5" providerId="ADAL" clId="{3855F22F-9ABF-44B3-9C84-B284B2C48FA6}" dt="2025-11-01T04:11:57.171" v="6292" actId="20577"/>
          <ac:spMkLst>
            <pc:docMk/>
            <pc:sldMk cId="2325931063" sldId="598"/>
            <ac:spMk id="24" creationId="{29C7BF84-E66D-39FB-7113-7709AE2D4E38}"/>
          </ac:spMkLst>
        </pc:spChg>
        <pc:cxnChg chg="add mod">
          <ac:chgData name="MASUDA Kanji" userId="2093d8d6-c4ea-4a6b-97c6-9657b3192cc5" providerId="ADAL" clId="{3855F22F-9ABF-44B3-9C84-B284B2C48FA6}" dt="2025-11-01T01:48:36.166" v="5504" actId="1076"/>
          <ac:cxnSpMkLst>
            <pc:docMk/>
            <pc:sldMk cId="2325931063" sldId="598"/>
            <ac:cxnSpMk id="6" creationId="{37AF6F7B-52DA-FF25-5C84-A03E82F1737E}"/>
          </ac:cxnSpMkLst>
        </pc:cxnChg>
        <pc:cxnChg chg="add mod">
          <ac:chgData name="MASUDA Kanji" userId="2093d8d6-c4ea-4a6b-97c6-9657b3192cc5" providerId="ADAL" clId="{3855F22F-9ABF-44B3-9C84-B284B2C48FA6}" dt="2025-11-01T01:48:36.166" v="5504" actId="1076"/>
          <ac:cxnSpMkLst>
            <pc:docMk/>
            <pc:sldMk cId="2325931063" sldId="598"/>
            <ac:cxnSpMk id="9" creationId="{A7A5DB78-3D6F-6B5B-1E70-3377FEEEDED5}"/>
          </ac:cxnSpMkLst>
        </pc:cxnChg>
        <pc:cxnChg chg="add mod">
          <ac:chgData name="MASUDA Kanji" userId="2093d8d6-c4ea-4a6b-97c6-9657b3192cc5" providerId="ADAL" clId="{3855F22F-9ABF-44B3-9C84-B284B2C48FA6}" dt="2025-11-01T01:48:36.166" v="5504" actId="1076"/>
          <ac:cxnSpMkLst>
            <pc:docMk/>
            <pc:sldMk cId="2325931063" sldId="598"/>
            <ac:cxnSpMk id="10" creationId="{D07EDB35-9368-CDB1-9667-F471F5BCD269}"/>
          </ac:cxnSpMkLst>
        </pc:cxnChg>
      </pc:sldChg>
      <pc:sldChg chg="addSp delSp modSp new mod modAnim">
        <pc:chgData name="MASUDA Kanji" userId="2093d8d6-c4ea-4a6b-97c6-9657b3192cc5" providerId="ADAL" clId="{3855F22F-9ABF-44B3-9C84-B284B2C48FA6}" dt="2025-11-05T07:05:37.349" v="9416" actId="113"/>
        <pc:sldMkLst>
          <pc:docMk/>
          <pc:sldMk cId="2860805517" sldId="599"/>
        </pc:sldMkLst>
        <pc:spChg chg="mod">
          <ac:chgData name="MASUDA Kanji" userId="2093d8d6-c4ea-4a6b-97c6-9657b3192cc5" providerId="ADAL" clId="{3855F22F-9ABF-44B3-9C84-B284B2C48FA6}" dt="2025-11-01T01:59:16.197" v="5555" actId="1076"/>
          <ac:spMkLst>
            <pc:docMk/>
            <pc:sldMk cId="2860805517" sldId="599"/>
            <ac:spMk id="2" creationId="{C45EF826-9066-4627-5E01-9D80DB4B553B}"/>
          </ac:spMkLst>
        </pc:spChg>
        <pc:spChg chg="mod">
          <ac:chgData name="MASUDA Kanji" userId="2093d8d6-c4ea-4a6b-97c6-9657b3192cc5" providerId="ADAL" clId="{3855F22F-9ABF-44B3-9C84-B284B2C48FA6}" dt="2025-11-05T07:05:37.349" v="9416" actId="113"/>
          <ac:spMkLst>
            <pc:docMk/>
            <pc:sldMk cId="2860805517" sldId="599"/>
            <ac:spMk id="3" creationId="{B4E5BA85-2B48-3D5A-BCC0-777E914F9972}"/>
          </ac:spMkLst>
        </pc:spChg>
        <pc:spChg chg="add mod">
          <ac:chgData name="MASUDA Kanji" userId="2093d8d6-c4ea-4a6b-97c6-9657b3192cc5" providerId="ADAL" clId="{3855F22F-9ABF-44B3-9C84-B284B2C48FA6}" dt="2025-11-01T01:59:54.697" v="5561" actId="21"/>
          <ac:spMkLst>
            <pc:docMk/>
            <pc:sldMk cId="2860805517" sldId="599"/>
            <ac:spMk id="17" creationId="{10329ED4-C213-9B06-8396-C6CE9F024BB4}"/>
          </ac:spMkLst>
        </pc:spChg>
        <pc:spChg chg="add mod">
          <ac:chgData name="MASUDA Kanji" userId="2093d8d6-c4ea-4a6b-97c6-9657b3192cc5" providerId="ADAL" clId="{3855F22F-9ABF-44B3-9C84-B284B2C48FA6}" dt="2025-11-01T02:02:42.349" v="5573" actId="207"/>
          <ac:spMkLst>
            <pc:docMk/>
            <pc:sldMk cId="2860805517" sldId="599"/>
            <ac:spMk id="27" creationId="{84C29DA2-7A60-5EC2-3E87-CDE56214366D}"/>
          </ac:spMkLst>
        </pc:spChg>
        <pc:spChg chg="add mod">
          <ac:chgData name="MASUDA Kanji" userId="2093d8d6-c4ea-4a6b-97c6-9657b3192cc5" providerId="ADAL" clId="{3855F22F-9ABF-44B3-9C84-B284B2C48FA6}" dt="2025-11-01T02:17:49.526" v="5652" actId="208"/>
          <ac:spMkLst>
            <pc:docMk/>
            <pc:sldMk cId="2860805517" sldId="599"/>
            <ac:spMk id="28" creationId="{EAA5D942-0C83-6DB3-2B4E-1C7BC4AE087A}"/>
          </ac:spMkLst>
        </pc:spChg>
        <pc:spChg chg="add mod">
          <ac:chgData name="MASUDA Kanji" userId="2093d8d6-c4ea-4a6b-97c6-9657b3192cc5" providerId="ADAL" clId="{3855F22F-9ABF-44B3-9C84-B284B2C48FA6}" dt="2025-11-01T02:17:59.244" v="5653" actId="208"/>
          <ac:spMkLst>
            <pc:docMk/>
            <pc:sldMk cId="2860805517" sldId="599"/>
            <ac:spMk id="29" creationId="{19984297-300B-3557-574B-E16B2C0C26C7}"/>
          </ac:spMkLst>
        </pc:spChg>
        <pc:spChg chg="add mod">
          <ac:chgData name="MASUDA Kanji" userId="2093d8d6-c4ea-4a6b-97c6-9657b3192cc5" providerId="ADAL" clId="{3855F22F-9ABF-44B3-9C84-B284B2C48FA6}" dt="2025-11-01T04:14:43.503" v="6342" actId="1076"/>
          <ac:spMkLst>
            <pc:docMk/>
            <pc:sldMk cId="2860805517" sldId="599"/>
            <ac:spMk id="30" creationId="{3548E94F-FC61-BC70-6F61-C007C59AA4CF}"/>
          </ac:spMkLst>
        </pc:spChg>
        <pc:spChg chg="add mod">
          <ac:chgData name="MASUDA Kanji" userId="2093d8d6-c4ea-4a6b-97c6-9657b3192cc5" providerId="ADAL" clId="{3855F22F-9ABF-44B3-9C84-B284B2C48FA6}" dt="2025-11-01T04:15:01.798" v="6348" actId="20577"/>
          <ac:spMkLst>
            <pc:docMk/>
            <pc:sldMk cId="2860805517" sldId="599"/>
            <ac:spMk id="31" creationId="{B1977348-41AD-02A0-8B79-8199965E7256}"/>
          </ac:spMkLst>
        </pc:spChg>
        <pc:spChg chg="add mod">
          <ac:chgData name="MASUDA Kanji" userId="2093d8d6-c4ea-4a6b-97c6-9657b3192cc5" providerId="ADAL" clId="{3855F22F-9ABF-44B3-9C84-B284B2C48FA6}" dt="2025-11-01T04:15:05.241" v="6350" actId="20577"/>
          <ac:spMkLst>
            <pc:docMk/>
            <pc:sldMk cId="2860805517" sldId="599"/>
            <ac:spMk id="32" creationId="{FC9FE034-AD35-1268-449B-15A7942526E1}"/>
          </ac:spMkLst>
        </pc:spChg>
        <pc:picChg chg="add mod">
          <ac:chgData name="MASUDA Kanji" userId="2093d8d6-c4ea-4a6b-97c6-9657b3192cc5" providerId="ADAL" clId="{3855F22F-9ABF-44B3-9C84-B284B2C48FA6}" dt="2025-11-01T02:00:41.419" v="5566" actId="1076"/>
          <ac:picMkLst>
            <pc:docMk/>
            <pc:sldMk cId="2860805517" sldId="599"/>
            <ac:picMk id="24" creationId="{CE8BFF2A-0543-3657-75DA-A3E07E848C09}"/>
          </ac:picMkLst>
        </pc:picChg>
        <pc:picChg chg="add mod">
          <ac:chgData name="MASUDA Kanji" userId="2093d8d6-c4ea-4a6b-97c6-9657b3192cc5" providerId="ADAL" clId="{3855F22F-9ABF-44B3-9C84-B284B2C48FA6}" dt="2025-11-01T02:00:52.120" v="5568" actId="1076"/>
          <ac:picMkLst>
            <pc:docMk/>
            <pc:sldMk cId="2860805517" sldId="599"/>
            <ac:picMk id="25" creationId="{01E0FE14-A7F4-FF4B-99AB-55BA27A6A5FC}"/>
          </ac:picMkLst>
        </pc:picChg>
        <pc:picChg chg="add mod">
          <ac:chgData name="MASUDA Kanji" userId="2093d8d6-c4ea-4a6b-97c6-9657b3192cc5" providerId="ADAL" clId="{3855F22F-9ABF-44B3-9C84-B284B2C48FA6}" dt="2025-11-01T02:00:58.469" v="5570" actId="1076"/>
          <ac:picMkLst>
            <pc:docMk/>
            <pc:sldMk cId="2860805517" sldId="599"/>
            <ac:picMk id="26" creationId="{1F89A269-1DD8-E1A9-D421-24773C174561}"/>
          </ac:picMkLst>
        </pc:picChg>
      </pc:sldChg>
      <pc:sldChg chg="addSp delSp modSp new mod ord">
        <pc:chgData name="MASUDA Kanji" userId="2093d8d6-c4ea-4a6b-97c6-9657b3192cc5" providerId="ADAL" clId="{3855F22F-9ABF-44B3-9C84-B284B2C48FA6}" dt="2025-11-01T03:25:17.324" v="5954"/>
        <pc:sldMkLst>
          <pc:docMk/>
          <pc:sldMk cId="2496545336" sldId="600"/>
        </pc:sldMkLst>
        <pc:spChg chg="add mod">
          <ac:chgData name="MASUDA Kanji" userId="2093d8d6-c4ea-4a6b-97c6-9657b3192cc5" providerId="ADAL" clId="{3855F22F-9ABF-44B3-9C84-B284B2C48FA6}" dt="2025-11-01T01:58:42.634" v="5552" actId="1076"/>
          <ac:spMkLst>
            <pc:docMk/>
            <pc:sldMk cId="2496545336" sldId="600"/>
            <ac:spMk id="6" creationId="{E372CF65-F365-6214-2F0E-42183E79DB34}"/>
          </ac:spMkLst>
        </pc:spChg>
        <pc:spChg chg="add mod">
          <ac:chgData name="MASUDA Kanji" userId="2093d8d6-c4ea-4a6b-97c6-9657b3192cc5" providerId="ADAL" clId="{3855F22F-9ABF-44B3-9C84-B284B2C48FA6}" dt="2025-11-01T01:58:42.634" v="5552" actId="1076"/>
          <ac:spMkLst>
            <pc:docMk/>
            <pc:sldMk cId="2496545336" sldId="600"/>
            <ac:spMk id="8" creationId="{1602FEA0-5E9E-5103-27C0-1576C1CA2728}"/>
          </ac:spMkLst>
        </pc:spChg>
        <pc:spChg chg="add mod">
          <ac:chgData name="MASUDA Kanji" userId="2093d8d6-c4ea-4a6b-97c6-9657b3192cc5" providerId="ADAL" clId="{3855F22F-9ABF-44B3-9C84-B284B2C48FA6}" dt="2025-11-01T01:58:42.634" v="5552" actId="1076"/>
          <ac:spMkLst>
            <pc:docMk/>
            <pc:sldMk cId="2496545336" sldId="600"/>
            <ac:spMk id="9" creationId="{80348559-A607-3642-B721-B096917F2826}"/>
          </ac:spMkLst>
        </pc:spChg>
        <pc:spChg chg="add mod">
          <ac:chgData name="MASUDA Kanji" userId="2093d8d6-c4ea-4a6b-97c6-9657b3192cc5" providerId="ADAL" clId="{3855F22F-9ABF-44B3-9C84-B284B2C48FA6}" dt="2025-11-01T01:58:42.634" v="5552" actId="1076"/>
          <ac:spMkLst>
            <pc:docMk/>
            <pc:sldMk cId="2496545336" sldId="600"/>
            <ac:spMk id="12" creationId="{25316443-3F7D-58F3-19C7-D5EF041D009E}"/>
          </ac:spMkLst>
        </pc:spChg>
        <pc:spChg chg="add mod">
          <ac:chgData name="MASUDA Kanji" userId="2093d8d6-c4ea-4a6b-97c6-9657b3192cc5" providerId="ADAL" clId="{3855F22F-9ABF-44B3-9C84-B284B2C48FA6}" dt="2025-11-01T01:58:42.634" v="5552" actId="1076"/>
          <ac:spMkLst>
            <pc:docMk/>
            <pc:sldMk cId="2496545336" sldId="600"/>
            <ac:spMk id="13" creationId="{042FBA00-D15F-8BE7-9B35-657D07A7FA44}"/>
          </ac:spMkLst>
        </pc:spChg>
        <pc:spChg chg="add mod">
          <ac:chgData name="MASUDA Kanji" userId="2093d8d6-c4ea-4a6b-97c6-9657b3192cc5" providerId="ADAL" clId="{3855F22F-9ABF-44B3-9C84-B284B2C48FA6}" dt="2025-11-01T01:58:42.634" v="5552" actId="1076"/>
          <ac:spMkLst>
            <pc:docMk/>
            <pc:sldMk cId="2496545336" sldId="600"/>
            <ac:spMk id="16" creationId="{6EF88B9A-E2ED-709A-1B11-80B098D3D9D2}"/>
          </ac:spMkLst>
        </pc:spChg>
        <pc:spChg chg="add mod">
          <ac:chgData name="MASUDA Kanji" userId="2093d8d6-c4ea-4a6b-97c6-9657b3192cc5" providerId="ADAL" clId="{3855F22F-9ABF-44B3-9C84-B284B2C48FA6}" dt="2025-11-01T01:58:42.634" v="5552" actId="1076"/>
          <ac:spMkLst>
            <pc:docMk/>
            <pc:sldMk cId="2496545336" sldId="600"/>
            <ac:spMk id="17" creationId="{8F5BFF9F-9A74-E795-F1CF-0501257DFD41}"/>
          </ac:spMkLst>
        </pc:spChg>
        <pc:cxnChg chg="add mod">
          <ac:chgData name="MASUDA Kanji" userId="2093d8d6-c4ea-4a6b-97c6-9657b3192cc5" providerId="ADAL" clId="{3855F22F-9ABF-44B3-9C84-B284B2C48FA6}" dt="2025-11-01T01:58:42.634" v="5552" actId="1076"/>
          <ac:cxnSpMkLst>
            <pc:docMk/>
            <pc:sldMk cId="2496545336" sldId="600"/>
            <ac:cxnSpMk id="11" creationId="{F3E59D8C-C631-9614-AF8E-251CA7B832B5}"/>
          </ac:cxnSpMkLst>
        </pc:cxnChg>
        <pc:cxnChg chg="add mod">
          <ac:chgData name="MASUDA Kanji" userId="2093d8d6-c4ea-4a6b-97c6-9657b3192cc5" providerId="ADAL" clId="{3855F22F-9ABF-44B3-9C84-B284B2C48FA6}" dt="2025-11-01T01:58:42.634" v="5552" actId="1076"/>
          <ac:cxnSpMkLst>
            <pc:docMk/>
            <pc:sldMk cId="2496545336" sldId="600"/>
            <ac:cxnSpMk id="15" creationId="{C3CA0A5F-35D7-0C2D-10E4-6A8D41EB482E}"/>
          </ac:cxnSpMkLst>
        </pc:cxnChg>
      </pc:sldChg>
      <pc:sldChg chg="addSp delSp modSp new mod delAnim modAnim">
        <pc:chgData name="MASUDA Kanji" userId="2093d8d6-c4ea-4a6b-97c6-9657b3192cc5" providerId="ADAL" clId="{3855F22F-9ABF-44B3-9C84-B284B2C48FA6}" dt="2025-11-05T08:58:59.847" v="9536"/>
        <pc:sldMkLst>
          <pc:docMk/>
          <pc:sldMk cId="2991127311" sldId="601"/>
        </pc:sldMkLst>
        <pc:spChg chg="mod">
          <ac:chgData name="MASUDA Kanji" userId="2093d8d6-c4ea-4a6b-97c6-9657b3192cc5" providerId="ADAL" clId="{3855F22F-9ABF-44B3-9C84-B284B2C48FA6}" dt="2025-11-01T02:09:28.256" v="5601" actId="14100"/>
          <ac:spMkLst>
            <pc:docMk/>
            <pc:sldMk cId="2991127311" sldId="601"/>
            <ac:spMk id="2" creationId="{9370893B-DE1C-EDAE-6F1F-D2B46DF1205D}"/>
          </ac:spMkLst>
        </pc:spChg>
        <pc:spChg chg="mod">
          <ac:chgData name="MASUDA Kanji" userId="2093d8d6-c4ea-4a6b-97c6-9657b3192cc5" providerId="ADAL" clId="{3855F22F-9ABF-44B3-9C84-B284B2C48FA6}" dt="2025-11-05T07:05:42.910" v="9417" actId="113"/>
          <ac:spMkLst>
            <pc:docMk/>
            <pc:sldMk cId="2991127311" sldId="601"/>
            <ac:spMk id="3" creationId="{B513D280-E9F2-51B8-5C5F-C67DF3DBEC8D}"/>
          </ac:spMkLst>
        </pc:spChg>
        <pc:spChg chg="add mod">
          <ac:chgData name="MASUDA Kanji" userId="2093d8d6-c4ea-4a6b-97c6-9657b3192cc5" providerId="ADAL" clId="{3855F22F-9ABF-44B3-9C84-B284B2C48FA6}" dt="2025-11-04T09:10:57.188" v="6847" actId="1076"/>
          <ac:spMkLst>
            <pc:docMk/>
            <pc:sldMk cId="2991127311" sldId="601"/>
            <ac:spMk id="9" creationId="{A4E5AF59-CEF4-EFEB-B9E2-A2EC4880250A}"/>
          </ac:spMkLst>
        </pc:spChg>
        <pc:spChg chg="add mod">
          <ac:chgData name="MASUDA Kanji" userId="2093d8d6-c4ea-4a6b-97c6-9657b3192cc5" providerId="ADAL" clId="{3855F22F-9ABF-44B3-9C84-B284B2C48FA6}" dt="2025-11-04T09:09:02.455" v="6827" actId="1076"/>
          <ac:spMkLst>
            <pc:docMk/>
            <pc:sldMk cId="2991127311" sldId="601"/>
            <ac:spMk id="10" creationId="{F02A3A94-E4AD-1EDE-1205-F5EBF1125970}"/>
          </ac:spMkLst>
        </pc:spChg>
        <pc:spChg chg="mod">
          <ac:chgData name="MASUDA Kanji" userId="2093d8d6-c4ea-4a6b-97c6-9657b3192cc5" providerId="ADAL" clId="{3855F22F-9ABF-44B3-9C84-B284B2C48FA6}" dt="2025-11-04T09:11:03.580" v="6848" actId="1076"/>
          <ac:spMkLst>
            <pc:docMk/>
            <pc:sldMk cId="2991127311" sldId="601"/>
            <ac:spMk id="11" creationId="{7AFA6D47-4039-6800-3EBD-96404B3369CB}"/>
          </ac:spMkLst>
        </pc:spChg>
        <pc:spChg chg="add del mod">
          <ac:chgData name="MASUDA Kanji" userId="2093d8d6-c4ea-4a6b-97c6-9657b3192cc5" providerId="ADAL" clId="{3855F22F-9ABF-44B3-9C84-B284B2C48FA6}" dt="2025-11-04T09:22:02.716" v="6913" actId="21"/>
          <ac:spMkLst>
            <pc:docMk/>
            <pc:sldMk cId="2991127311" sldId="601"/>
            <ac:spMk id="17" creationId="{F62797B2-6EFC-D53F-6BD3-52D9EA26A113}"/>
          </ac:spMkLst>
        </pc:spChg>
        <pc:spChg chg="add del mod">
          <ac:chgData name="MASUDA Kanji" userId="2093d8d6-c4ea-4a6b-97c6-9657b3192cc5" providerId="ADAL" clId="{3855F22F-9ABF-44B3-9C84-B284B2C48FA6}" dt="2025-11-04T09:21:57.348" v="6912" actId="21"/>
          <ac:spMkLst>
            <pc:docMk/>
            <pc:sldMk cId="2991127311" sldId="601"/>
            <ac:spMk id="18" creationId="{61B21F29-9AC9-0FFA-D534-009A2420AC74}"/>
          </ac:spMkLst>
        </pc:spChg>
        <pc:spChg chg="add mod">
          <ac:chgData name="MASUDA Kanji" userId="2093d8d6-c4ea-4a6b-97c6-9657b3192cc5" providerId="ADAL" clId="{3855F22F-9ABF-44B3-9C84-B284B2C48FA6}" dt="2025-11-04T09:09:16.296" v="6828" actId="1076"/>
          <ac:spMkLst>
            <pc:docMk/>
            <pc:sldMk cId="2991127311" sldId="601"/>
            <ac:spMk id="20" creationId="{7BC0D4A7-2CEA-132E-0D3B-9135182E1DBF}"/>
          </ac:spMkLst>
        </pc:spChg>
        <pc:spChg chg="add mod">
          <ac:chgData name="MASUDA Kanji" userId="2093d8d6-c4ea-4a6b-97c6-9657b3192cc5" providerId="ADAL" clId="{3855F22F-9ABF-44B3-9C84-B284B2C48FA6}" dt="2025-11-04T09:08:55.080" v="6826" actId="1076"/>
          <ac:spMkLst>
            <pc:docMk/>
            <pc:sldMk cId="2991127311" sldId="601"/>
            <ac:spMk id="21" creationId="{E3AD13F9-D4DB-DD0E-C469-FE38753C15A3}"/>
          </ac:spMkLst>
        </pc:spChg>
        <pc:spChg chg="add mod">
          <ac:chgData name="MASUDA Kanji" userId="2093d8d6-c4ea-4a6b-97c6-9657b3192cc5" providerId="ADAL" clId="{3855F22F-9ABF-44B3-9C84-B284B2C48FA6}" dt="2025-11-04T09:09:49.418" v="6836" actId="1076"/>
          <ac:spMkLst>
            <pc:docMk/>
            <pc:sldMk cId="2991127311" sldId="601"/>
            <ac:spMk id="22" creationId="{F4C64577-5387-59F0-7FF0-D3B8383C6D29}"/>
          </ac:spMkLst>
        </pc:spChg>
        <pc:spChg chg="add mod">
          <ac:chgData name="MASUDA Kanji" userId="2093d8d6-c4ea-4a6b-97c6-9657b3192cc5" providerId="ADAL" clId="{3855F22F-9ABF-44B3-9C84-B284B2C48FA6}" dt="2025-11-04T09:14:29.303" v="6860" actId="1076"/>
          <ac:spMkLst>
            <pc:docMk/>
            <pc:sldMk cId="2991127311" sldId="601"/>
            <ac:spMk id="23" creationId="{A13C24A4-C2C1-4F5C-3554-5EFA63721EBD}"/>
          </ac:spMkLst>
        </pc:spChg>
        <pc:spChg chg="add mod">
          <ac:chgData name="MASUDA Kanji" userId="2093d8d6-c4ea-4a6b-97c6-9657b3192cc5" providerId="ADAL" clId="{3855F22F-9ABF-44B3-9C84-B284B2C48FA6}" dt="2025-11-04T09:14:59.083" v="6864" actId="1076"/>
          <ac:spMkLst>
            <pc:docMk/>
            <pc:sldMk cId="2991127311" sldId="601"/>
            <ac:spMk id="25" creationId="{DE1B7F11-85E8-85C2-5402-B81D269D3DCD}"/>
          </ac:spMkLst>
        </pc:spChg>
        <pc:spChg chg="add mod">
          <ac:chgData name="MASUDA Kanji" userId="2093d8d6-c4ea-4a6b-97c6-9657b3192cc5" providerId="ADAL" clId="{3855F22F-9ABF-44B3-9C84-B284B2C48FA6}" dt="2025-11-04T09:18:41.524" v="6887" actId="1076"/>
          <ac:spMkLst>
            <pc:docMk/>
            <pc:sldMk cId="2991127311" sldId="601"/>
            <ac:spMk id="31" creationId="{E066B6E0-BC94-70E2-B9D1-3D0F5F7A25B5}"/>
          </ac:spMkLst>
        </pc:spChg>
        <pc:spChg chg="add mod">
          <ac:chgData name="MASUDA Kanji" userId="2093d8d6-c4ea-4a6b-97c6-9657b3192cc5" providerId="ADAL" clId="{3855F22F-9ABF-44B3-9C84-B284B2C48FA6}" dt="2025-11-04T09:19:07.676" v="6891" actId="1076"/>
          <ac:spMkLst>
            <pc:docMk/>
            <pc:sldMk cId="2991127311" sldId="601"/>
            <ac:spMk id="32" creationId="{446BD049-8052-682F-EF93-BAA654020CDA}"/>
          </ac:spMkLst>
        </pc:spChg>
        <pc:spChg chg="add mod">
          <ac:chgData name="MASUDA Kanji" userId="2093d8d6-c4ea-4a6b-97c6-9657b3192cc5" providerId="ADAL" clId="{3855F22F-9ABF-44B3-9C84-B284B2C48FA6}" dt="2025-11-04T09:19:47.983" v="6896" actId="14100"/>
          <ac:spMkLst>
            <pc:docMk/>
            <pc:sldMk cId="2991127311" sldId="601"/>
            <ac:spMk id="33" creationId="{3D8C9777-0E0E-359E-D0DA-CB2E7A33C48B}"/>
          </ac:spMkLst>
        </pc:spChg>
        <pc:spChg chg="add mod">
          <ac:chgData name="MASUDA Kanji" userId="2093d8d6-c4ea-4a6b-97c6-9657b3192cc5" providerId="ADAL" clId="{3855F22F-9ABF-44B3-9C84-B284B2C48FA6}" dt="2025-11-04T09:19:27.861" v="6894" actId="1076"/>
          <ac:spMkLst>
            <pc:docMk/>
            <pc:sldMk cId="2991127311" sldId="601"/>
            <ac:spMk id="34" creationId="{952FEABF-8F96-381C-11F2-9C41AE68AD3D}"/>
          </ac:spMkLst>
        </pc:spChg>
        <pc:spChg chg="add mod">
          <ac:chgData name="MASUDA Kanji" userId="2093d8d6-c4ea-4a6b-97c6-9657b3192cc5" providerId="ADAL" clId="{3855F22F-9ABF-44B3-9C84-B284B2C48FA6}" dt="2025-11-04T09:20:09.732" v="6897"/>
          <ac:spMkLst>
            <pc:docMk/>
            <pc:sldMk cId="2991127311" sldId="601"/>
            <ac:spMk id="35" creationId="{1E5D37CB-00F4-DE4F-D054-F6E02CD4690B}"/>
          </ac:spMkLst>
        </pc:spChg>
        <pc:spChg chg="add mod">
          <ac:chgData name="MASUDA Kanji" userId="2093d8d6-c4ea-4a6b-97c6-9657b3192cc5" providerId="ADAL" clId="{3855F22F-9ABF-44B3-9C84-B284B2C48FA6}" dt="2025-11-04T09:20:57.641" v="6902" actId="1076"/>
          <ac:spMkLst>
            <pc:docMk/>
            <pc:sldMk cId="2991127311" sldId="601"/>
            <ac:spMk id="36" creationId="{8055B817-5FCF-860C-271D-B164B4FAEA9C}"/>
          </ac:spMkLst>
        </pc:spChg>
        <pc:spChg chg="add mod">
          <ac:chgData name="MASUDA Kanji" userId="2093d8d6-c4ea-4a6b-97c6-9657b3192cc5" providerId="ADAL" clId="{3855F22F-9ABF-44B3-9C84-B284B2C48FA6}" dt="2025-11-04T09:20:37.175" v="6901" actId="1076"/>
          <ac:spMkLst>
            <pc:docMk/>
            <pc:sldMk cId="2991127311" sldId="601"/>
            <ac:spMk id="37" creationId="{5A884EB7-913D-2A58-BEA6-99F73483EA1E}"/>
          </ac:spMkLst>
        </pc:spChg>
        <pc:grpChg chg="mod">
          <ac:chgData name="MASUDA Kanji" userId="2093d8d6-c4ea-4a6b-97c6-9657b3192cc5" providerId="ADAL" clId="{3855F22F-9ABF-44B3-9C84-B284B2C48FA6}" dt="2025-11-04T09:21:30.699" v="6909"/>
          <ac:grpSpMkLst>
            <pc:docMk/>
            <pc:sldMk cId="2991127311" sldId="601"/>
            <ac:grpSpMk id="40" creationId="{C0C5FB54-9C1C-87FE-2BC3-5187FE188DFB}"/>
          </ac:grpSpMkLst>
        </pc:grpChg>
        <pc:picChg chg="add del mod">
          <ac:chgData name="MASUDA Kanji" userId="2093d8d6-c4ea-4a6b-97c6-9657b3192cc5" providerId="ADAL" clId="{3855F22F-9ABF-44B3-9C84-B284B2C48FA6}" dt="2025-11-04T09:05:05.973" v="6800" actId="21"/>
          <ac:picMkLst>
            <pc:docMk/>
            <pc:sldMk cId="2991127311" sldId="601"/>
            <ac:picMk id="6" creationId="{DD6EF724-7C7A-6BB5-2918-2B5230B523BC}"/>
          </ac:picMkLst>
        </pc:picChg>
        <pc:picChg chg="add del mod">
          <ac:chgData name="MASUDA Kanji" userId="2093d8d6-c4ea-4a6b-97c6-9657b3192cc5" providerId="ADAL" clId="{3855F22F-9ABF-44B3-9C84-B284B2C48FA6}" dt="2025-11-04T09:05:21.116" v="6803" actId="21"/>
          <ac:picMkLst>
            <pc:docMk/>
            <pc:sldMk cId="2991127311" sldId="601"/>
            <ac:picMk id="7" creationId="{5365AC80-606B-1ABC-73AA-3EA19A2F010A}"/>
          </ac:picMkLst>
        </pc:picChg>
        <pc:picChg chg="add mod">
          <ac:chgData name="MASUDA Kanji" userId="2093d8d6-c4ea-4a6b-97c6-9657b3192cc5" providerId="ADAL" clId="{3855F22F-9ABF-44B3-9C84-B284B2C48FA6}" dt="2025-11-04T09:21:17.605" v="6904" actId="1076"/>
          <ac:picMkLst>
            <pc:docMk/>
            <pc:sldMk cId="2991127311" sldId="601"/>
            <ac:picMk id="8" creationId="{A8453109-F086-9902-1378-BD2D9D9553CB}"/>
          </ac:picMkLst>
        </pc:picChg>
        <pc:picChg chg="add mod">
          <ac:chgData name="MASUDA Kanji" userId="2093d8d6-c4ea-4a6b-97c6-9657b3192cc5" providerId="ADAL" clId="{3855F22F-9ABF-44B3-9C84-B284B2C48FA6}" dt="2025-11-04T09:07:59.112" v="6817" actId="1076"/>
          <ac:picMkLst>
            <pc:docMk/>
            <pc:sldMk cId="2991127311" sldId="601"/>
            <ac:picMk id="14" creationId="{4E82FC79-A63A-6C8E-A955-E7A354A65E87}"/>
          </ac:picMkLst>
        </pc:picChg>
        <pc:picChg chg="add mod">
          <ac:chgData name="MASUDA Kanji" userId="2093d8d6-c4ea-4a6b-97c6-9657b3192cc5" providerId="ADAL" clId="{3855F22F-9ABF-44B3-9C84-B284B2C48FA6}" dt="2025-11-04T09:18:57.997" v="6890" actId="1076"/>
          <ac:picMkLst>
            <pc:docMk/>
            <pc:sldMk cId="2991127311" sldId="601"/>
            <ac:picMk id="15" creationId="{11597C43-0EA6-4DFC-D412-E00AAB0A11AA}"/>
          </ac:picMkLst>
        </pc:picChg>
        <pc:picChg chg="add mod">
          <ac:chgData name="MASUDA Kanji" userId="2093d8d6-c4ea-4a6b-97c6-9657b3192cc5" providerId="ADAL" clId="{3855F22F-9ABF-44B3-9C84-B284B2C48FA6}" dt="2025-11-04T09:18:36.153" v="6886" actId="1076"/>
          <ac:picMkLst>
            <pc:docMk/>
            <pc:sldMk cId="2991127311" sldId="601"/>
            <ac:picMk id="16" creationId="{A9C313F9-62B7-FDE5-B873-46D587F0F80E}"/>
          </ac:picMkLst>
        </pc:picChg>
        <pc:picChg chg="add mod">
          <ac:chgData name="MASUDA Kanji" userId="2093d8d6-c4ea-4a6b-97c6-9657b3192cc5" providerId="ADAL" clId="{3855F22F-9ABF-44B3-9C84-B284B2C48FA6}" dt="2025-11-04T09:07:48.605" v="6815" actId="1076"/>
          <ac:picMkLst>
            <pc:docMk/>
            <pc:sldMk cId="2991127311" sldId="601"/>
            <ac:picMk id="19" creationId="{AD1EC504-F9BE-62BB-7C6D-8FE203E58A47}"/>
          </ac:picMkLst>
        </pc:picChg>
        <pc:picChg chg="add mod">
          <ac:chgData name="MASUDA Kanji" userId="2093d8d6-c4ea-4a6b-97c6-9657b3192cc5" providerId="ADAL" clId="{3855F22F-9ABF-44B3-9C84-B284B2C48FA6}" dt="2025-11-04T09:17:48.981" v="6875" actId="1076"/>
          <ac:picMkLst>
            <pc:docMk/>
            <pc:sldMk cId="2991127311" sldId="601"/>
            <ac:picMk id="27" creationId="{26DFE9F6-AB1E-A41F-04F6-937F455E85BF}"/>
          </ac:picMkLst>
        </pc:picChg>
        <pc:picChg chg="add mod">
          <ac:chgData name="MASUDA Kanji" userId="2093d8d6-c4ea-4a6b-97c6-9657b3192cc5" providerId="ADAL" clId="{3855F22F-9ABF-44B3-9C84-B284B2C48FA6}" dt="2025-11-04T09:18:01.757" v="6881" actId="1076"/>
          <ac:picMkLst>
            <pc:docMk/>
            <pc:sldMk cId="2991127311" sldId="601"/>
            <ac:picMk id="28" creationId="{B997C9EB-AB2F-5FF1-8B03-3C1FB62ECC1D}"/>
          </ac:picMkLst>
        </pc:picChg>
        <pc:picChg chg="add mod">
          <ac:chgData name="MASUDA Kanji" userId="2093d8d6-c4ea-4a6b-97c6-9657b3192cc5" providerId="ADAL" clId="{3855F22F-9ABF-44B3-9C84-B284B2C48FA6}" dt="2025-11-04T09:17:57.395" v="6880" actId="1076"/>
          <ac:picMkLst>
            <pc:docMk/>
            <pc:sldMk cId="2991127311" sldId="601"/>
            <ac:picMk id="29" creationId="{D8EEA8B4-35F5-2661-42EC-3B8E59D1730B}"/>
          </ac:picMkLst>
        </pc:picChg>
        <pc:picChg chg="add mod">
          <ac:chgData name="MASUDA Kanji" userId="2093d8d6-c4ea-4a6b-97c6-9657b3192cc5" providerId="ADAL" clId="{3855F22F-9ABF-44B3-9C84-B284B2C48FA6}" dt="2025-11-04T09:18:16.374" v="6883" actId="1076"/>
          <ac:picMkLst>
            <pc:docMk/>
            <pc:sldMk cId="2991127311" sldId="601"/>
            <ac:picMk id="30" creationId="{8B1EE83E-3FF2-1EEB-D677-8CDE9FBC9CBF}"/>
          </ac:picMkLst>
        </pc:picChg>
        <pc:inkChg chg="add del mod">
          <ac:chgData name="MASUDA Kanji" userId="2093d8d6-c4ea-4a6b-97c6-9657b3192cc5" providerId="ADAL" clId="{3855F22F-9ABF-44B3-9C84-B284B2C48FA6}" dt="2025-11-04T09:21:31.132" v="6910" actId="9405"/>
          <ac:inkMkLst>
            <pc:docMk/>
            <pc:sldMk cId="2991127311" sldId="601"/>
            <ac:inkMk id="38" creationId="{2ADFBAD3-05B1-5524-A478-4004E1F5691F}"/>
          </ac:inkMkLst>
        </pc:inkChg>
        <pc:inkChg chg="add del mod">
          <ac:chgData name="MASUDA Kanji" userId="2093d8d6-c4ea-4a6b-97c6-9657b3192cc5" providerId="ADAL" clId="{3855F22F-9ABF-44B3-9C84-B284B2C48FA6}" dt="2025-11-04T09:21:30.699" v="6909"/>
          <ac:inkMkLst>
            <pc:docMk/>
            <pc:sldMk cId="2991127311" sldId="601"/>
            <ac:inkMk id="39" creationId="{2DAD278B-F986-5F9C-7EE1-D6D83DABD12D}"/>
          </ac:inkMkLst>
        </pc:inkChg>
        <pc:cxnChg chg="add del mod">
          <ac:chgData name="MASUDA Kanji" userId="2093d8d6-c4ea-4a6b-97c6-9657b3192cc5" providerId="ADAL" clId="{3855F22F-9ABF-44B3-9C84-B284B2C48FA6}" dt="2025-11-04T09:09:55.297" v="6837" actId="21"/>
          <ac:cxnSpMkLst>
            <pc:docMk/>
            <pc:sldMk cId="2991127311" sldId="601"/>
            <ac:cxnSpMk id="12" creationId="{C248BAA9-701F-FFCB-0327-2DAEFA0A6B52}"/>
          </ac:cxnSpMkLst>
        </pc:cxnChg>
        <pc:cxnChg chg="add del mod">
          <ac:chgData name="MASUDA Kanji" userId="2093d8d6-c4ea-4a6b-97c6-9657b3192cc5" providerId="ADAL" clId="{3855F22F-9ABF-44B3-9C84-B284B2C48FA6}" dt="2025-11-04T09:09:57.872" v="6838" actId="21"/>
          <ac:cxnSpMkLst>
            <pc:docMk/>
            <pc:sldMk cId="2991127311" sldId="601"/>
            <ac:cxnSpMk id="13" creationId="{15F1C313-04F9-1083-9486-798346D30F53}"/>
          </ac:cxnSpMkLst>
        </pc:cxnChg>
        <pc:cxnChg chg="add mod">
          <ac:chgData name="MASUDA Kanji" userId="2093d8d6-c4ea-4a6b-97c6-9657b3192cc5" providerId="ADAL" clId="{3855F22F-9ABF-44B3-9C84-B284B2C48FA6}" dt="2025-11-04T09:14:39.456" v="6861"/>
          <ac:cxnSpMkLst>
            <pc:docMk/>
            <pc:sldMk cId="2991127311" sldId="601"/>
            <ac:cxnSpMk id="24" creationId="{15F1C313-04F9-1083-9486-798346D30F53}"/>
          </ac:cxnSpMkLst>
        </pc:cxnChg>
        <pc:cxnChg chg="add mod">
          <ac:chgData name="MASUDA Kanji" userId="2093d8d6-c4ea-4a6b-97c6-9657b3192cc5" providerId="ADAL" clId="{3855F22F-9ABF-44B3-9C84-B284B2C48FA6}" dt="2025-11-04T09:22:53.536" v="6926" actId="14100"/>
          <ac:cxnSpMkLst>
            <pc:docMk/>
            <pc:sldMk cId="2991127311" sldId="601"/>
            <ac:cxnSpMk id="42" creationId="{F3DB54D7-B62F-EBBB-E0C9-C594C0F74E33}"/>
          </ac:cxnSpMkLst>
        </pc:cxnChg>
        <pc:cxnChg chg="add mod">
          <ac:chgData name="MASUDA Kanji" userId="2093d8d6-c4ea-4a6b-97c6-9657b3192cc5" providerId="ADAL" clId="{3855F22F-9ABF-44B3-9C84-B284B2C48FA6}" dt="2025-11-04T09:22:48.779" v="6925" actId="14100"/>
          <ac:cxnSpMkLst>
            <pc:docMk/>
            <pc:sldMk cId="2991127311" sldId="601"/>
            <ac:cxnSpMk id="43" creationId="{C0CCA106-B6E7-0080-E1F3-14AB853AE25E}"/>
          </ac:cxnSpMkLst>
        </pc:cxnChg>
        <pc:cxnChg chg="add mod">
          <ac:chgData name="MASUDA Kanji" userId="2093d8d6-c4ea-4a6b-97c6-9657b3192cc5" providerId="ADAL" clId="{3855F22F-9ABF-44B3-9C84-B284B2C48FA6}" dt="2025-11-04T09:23:34.424" v="6936" actId="14100"/>
          <ac:cxnSpMkLst>
            <pc:docMk/>
            <pc:sldMk cId="2991127311" sldId="601"/>
            <ac:cxnSpMk id="44" creationId="{A60251CD-9F24-E9B2-AF84-17BEDEA8A428}"/>
          </ac:cxnSpMkLst>
        </pc:cxnChg>
        <pc:cxnChg chg="add mod">
          <ac:chgData name="MASUDA Kanji" userId="2093d8d6-c4ea-4a6b-97c6-9657b3192cc5" providerId="ADAL" clId="{3855F22F-9ABF-44B3-9C84-B284B2C48FA6}" dt="2025-11-04T09:22:55.994" v="6927" actId="14100"/>
          <ac:cxnSpMkLst>
            <pc:docMk/>
            <pc:sldMk cId="2991127311" sldId="601"/>
            <ac:cxnSpMk id="45" creationId="{5AC28C87-B027-72DA-29F7-7B4747A01B73}"/>
          </ac:cxnSpMkLst>
        </pc:cxnChg>
        <pc:cxnChg chg="add mod">
          <ac:chgData name="MASUDA Kanji" userId="2093d8d6-c4ea-4a6b-97c6-9657b3192cc5" providerId="ADAL" clId="{3855F22F-9ABF-44B3-9C84-B284B2C48FA6}" dt="2025-11-04T09:22:59.087" v="6928" actId="14100"/>
          <ac:cxnSpMkLst>
            <pc:docMk/>
            <pc:sldMk cId="2991127311" sldId="601"/>
            <ac:cxnSpMk id="46" creationId="{60927B60-9D99-1318-C02E-79E7623118E5}"/>
          </ac:cxnSpMkLst>
        </pc:cxnChg>
        <pc:cxnChg chg="add mod">
          <ac:chgData name="MASUDA Kanji" userId="2093d8d6-c4ea-4a6b-97c6-9657b3192cc5" providerId="ADAL" clId="{3855F22F-9ABF-44B3-9C84-B284B2C48FA6}" dt="2025-11-04T09:23:52.958" v="6939" actId="14100"/>
          <ac:cxnSpMkLst>
            <pc:docMk/>
            <pc:sldMk cId="2991127311" sldId="601"/>
            <ac:cxnSpMk id="55" creationId="{481625BB-1AA1-742A-9F60-616C5A0FB49D}"/>
          </ac:cxnSpMkLst>
        </pc:cxnChg>
        <pc:cxnChg chg="add mod">
          <ac:chgData name="MASUDA Kanji" userId="2093d8d6-c4ea-4a6b-97c6-9657b3192cc5" providerId="ADAL" clId="{3855F22F-9ABF-44B3-9C84-B284B2C48FA6}" dt="2025-11-04T09:23:45.028" v="6938" actId="14100"/>
          <ac:cxnSpMkLst>
            <pc:docMk/>
            <pc:sldMk cId="2991127311" sldId="601"/>
            <ac:cxnSpMk id="56" creationId="{95A2857E-311E-F92A-739A-1D800EB7C3B2}"/>
          </ac:cxnSpMkLst>
        </pc:cxnChg>
      </pc:sldChg>
      <pc:sldChg chg="addSp delSp modSp new mod">
        <pc:chgData name="MASUDA Kanji" userId="2093d8d6-c4ea-4a6b-97c6-9657b3192cc5" providerId="ADAL" clId="{3855F22F-9ABF-44B3-9C84-B284B2C48FA6}" dt="2025-11-04T09:02:36.235" v="6757"/>
        <pc:sldMkLst>
          <pc:docMk/>
          <pc:sldMk cId="1030137541" sldId="602"/>
        </pc:sldMkLst>
        <pc:spChg chg="mod">
          <ac:chgData name="MASUDA Kanji" userId="2093d8d6-c4ea-4a6b-97c6-9657b3192cc5" providerId="ADAL" clId="{3855F22F-9ABF-44B3-9C84-B284B2C48FA6}" dt="2025-11-01T04:00:18.148" v="5973"/>
          <ac:spMkLst>
            <pc:docMk/>
            <pc:sldMk cId="1030137541" sldId="602"/>
            <ac:spMk id="2" creationId="{5994FBD6-B2C2-F334-1774-20A0A1267B21}"/>
          </ac:spMkLst>
        </pc:spChg>
        <pc:spChg chg="add mod">
          <ac:chgData name="MASUDA Kanji" userId="2093d8d6-c4ea-4a6b-97c6-9657b3192cc5" providerId="ADAL" clId="{3855F22F-9ABF-44B3-9C84-B284B2C48FA6}" dt="2025-11-01T04:05:25.588" v="6238" actId="1076"/>
          <ac:spMkLst>
            <pc:docMk/>
            <pc:sldMk cId="1030137541" sldId="602"/>
            <ac:spMk id="5" creationId="{3789DAD3-4F8E-ADF9-6B82-1B8579635576}"/>
          </ac:spMkLst>
        </pc:spChg>
        <pc:spChg chg="add mod">
          <ac:chgData name="MASUDA Kanji" userId="2093d8d6-c4ea-4a6b-97c6-9657b3192cc5" providerId="ADAL" clId="{3855F22F-9ABF-44B3-9C84-B284B2C48FA6}" dt="2025-11-04T09:02:36.235" v="6757"/>
          <ac:spMkLst>
            <pc:docMk/>
            <pc:sldMk cId="1030137541" sldId="602"/>
            <ac:spMk id="6" creationId="{659821B8-21C2-2D89-D2E5-B73C8DCC1253}"/>
          </ac:spMkLst>
        </pc:spChg>
        <pc:spChg chg="add mod">
          <ac:chgData name="MASUDA Kanji" userId="2093d8d6-c4ea-4a6b-97c6-9657b3192cc5" providerId="ADAL" clId="{3855F22F-9ABF-44B3-9C84-B284B2C48FA6}" dt="2025-11-01T04:07:23.533" v="6256" actId="207"/>
          <ac:spMkLst>
            <pc:docMk/>
            <pc:sldMk cId="1030137541" sldId="602"/>
            <ac:spMk id="7" creationId="{9692532E-55D1-3650-E27B-C7F09B154B37}"/>
          </ac:spMkLst>
        </pc:spChg>
        <pc:spChg chg="add mod">
          <ac:chgData name="MASUDA Kanji" userId="2093d8d6-c4ea-4a6b-97c6-9657b3192cc5" providerId="ADAL" clId="{3855F22F-9ABF-44B3-9C84-B284B2C48FA6}" dt="2025-11-01T04:07:29.512" v="6257" actId="207"/>
          <ac:spMkLst>
            <pc:docMk/>
            <pc:sldMk cId="1030137541" sldId="602"/>
            <ac:spMk id="8" creationId="{271C1C8A-B58A-C2A4-7C79-736D5B7F82DE}"/>
          </ac:spMkLst>
        </pc:spChg>
        <pc:spChg chg="add mod">
          <ac:chgData name="MASUDA Kanji" userId="2093d8d6-c4ea-4a6b-97c6-9657b3192cc5" providerId="ADAL" clId="{3855F22F-9ABF-44B3-9C84-B284B2C48FA6}" dt="2025-11-01T04:07:33.715" v="6258" actId="207"/>
          <ac:spMkLst>
            <pc:docMk/>
            <pc:sldMk cId="1030137541" sldId="602"/>
            <ac:spMk id="9" creationId="{182D6DBF-CA58-915D-F54E-61201159E751}"/>
          </ac:spMkLst>
        </pc:spChg>
        <pc:spChg chg="add mod">
          <ac:chgData name="MASUDA Kanji" userId="2093d8d6-c4ea-4a6b-97c6-9657b3192cc5" providerId="ADAL" clId="{3855F22F-9ABF-44B3-9C84-B284B2C48FA6}" dt="2025-11-01T04:07:39.073" v="6259" actId="207"/>
          <ac:spMkLst>
            <pc:docMk/>
            <pc:sldMk cId="1030137541" sldId="602"/>
            <ac:spMk id="10" creationId="{401A7AA1-84D8-B293-650C-1E7300FD6E45}"/>
          </ac:spMkLst>
        </pc:spChg>
        <pc:spChg chg="add mod">
          <ac:chgData name="MASUDA Kanji" userId="2093d8d6-c4ea-4a6b-97c6-9657b3192cc5" providerId="ADAL" clId="{3855F22F-9ABF-44B3-9C84-B284B2C48FA6}" dt="2025-11-01T04:07:43.497" v="6260" actId="207"/>
          <ac:spMkLst>
            <pc:docMk/>
            <pc:sldMk cId="1030137541" sldId="602"/>
            <ac:spMk id="11" creationId="{B1CD98A6-F08E-9255-70DD-4493B501F5F6}"/>
          </ac:spMkLst>
        </pc:spChg>
        <pc:spChg chg="add mod">
          <ac:chgData name="MASUDA Kanji" userId="2093d8d6-c4ea-4a6b-97c6-9657b3192cc5" providerId="ADAL" clId="{3855F22F-9ABF-44B3-9C84-B284B2C48FA6}" dt="2025-11-01T04:04:36.434" v="6229" actId="1076"/>
          <ac:spMkLst>
            <pc:docMk/>
            <pc:sldMk cId="1030137541" sldId="602"/>
            <ac:spMk id="12" creationId="{7DC0197D-D08A-440F-580D-5022F47B3025}"/>
          </ac:spMkLst>
        </pc:spChg>
        <pc:spChg chg="add mod">
          <ac:chgData name="MASUDA Kanji" userId="2093d8d6-c4ea-4a6b-97c6-9657b3192cc5" providerId="ADAL" clId="{3855F22F-9ABF-44B3-9C84-B284B2C48FA6}" dt="2025-11-01T04:06:16.032" v="6242" actId="207"/>
          <ac:spMkLst>
            <pc:docMk/>
            <pc:sldMk cId="1030137541" sldId="602"/>
            <ac:spMk id="13" creationId="{8C25F12F-6FD1-F896-6933-64CC605127C2}"/>
          </ac:spMkLst>
        </pc:spChg>
        <pc:spChg chg="add mod">
          <ac:chgData name="MASUDA Kanji" userId="2093d8d6-c4ea-4a6b-97c6-9657b3192cc5" providerId="ADAL" clId="{3855F22F-9ABF-44B3-9C84-B284B2C48FA6}" dt="2025-11-01T04:06:43.274" v="6252" actId="1076"/>
          <ac:spMkLst>
            <pc:docMk/>
            <pc:sldMk cId="1030137541" sldId="602"/>
            <ac:spMk id="14" creationId="{41696CF4-1612-E80C-A18C-00863FC3696C}"/>
          </ac:spMkLst>
        </pc:spChg>
        <pc:spChg chg="add mod">
          <ac:chgData name="MASUDA Kanji" userId="2093d8d6-c4ea-4a6b-97c6-9657b3192cc5" providerId="ADAL" clId="{3855F22F-9ABF-44B3-9C84-B284B2C48FA6}" dt="2025-11-01T04:06:39.372" v="6251" actId="1076"/>
          <ac:spMkLst>
            <pc:docMk/>
            <pc:sldMk cId="1030137541" sldId="602"/>
            <ac:spMk id="15" creationId="{8214946B-A2D8-72B5-1B9C-F026270CE8FB}"/>
          </ac:spMkLst>
        </pc:spChg>
        <pc:spChg chg="add mod">
          <ac:chgData name="MASUDA Kanji" userId="2093d8d6-c4ea-4a6b-97c6-9657b3192cc5" providerId="ADAL" clId="{3855F22F-9ABF-44B3-9C84-B284B2C48FA6}" dt="2025-11-01T04:06:34.712" v="6250" actId="1076"/>
          <ac:spMkLst>
            <pc:docMk/>
            <pc:sldMk cId="1030137541" sldId="602"/>
            <ac:spMk id="16" creationId="{E6CBF2B0-323D-FDDC-2DBF-D98BE1F7DB2D}"/>
          </ac:spMkLst>
        </pc:spChg>
        <pc:spChg chg="add mod">
          <ac:chgData name="MASUDA Kanji" userId="2093d8d6-c4ea-4a6b-97c6-9657b3192cc5" providerId="ADAL" clId="{3855F22F-9ABF-44B3-9C84-B284B2C48FA6}" dt="2025-11-01T04:06:31.509" v="6249" actId="1076"/>
          <ac:spMkLst>
            <pc:docMk/>
            <pc:sldMk cId="1030137541" sldId="602"/>
            <ac:spMk id="17" creationId="{6AAF4948-B52D-F176-D9B5-82901BFE2629}"/>
          </ac:spMkLst>
        </pc:spChg>
        <pc:spChg chg="add mod">
          <ac:chgData name="MASUDA Kanji" userId="2093d8d6-c4ea-4a6b-97c6-9657b3192cc5" providerId="ADAL" clId="{3855F22F-9ABF-44B3-9C84-B284B2C48FA6}" dt="2025-11-01T04:06:27.559" v="6248" actId="1076"/>
          <ac:spMkLst>
            <pc:docMk/>
            <pc:sldMk cId="1030137541" sldId="602"/>
            <ac:spMk id="18" creationId="{E38FC14B-F5B0-8C62-6F28-3C58A1AD7C97}"/>
          </ac:spMkLst>
        </pc:spChg>
        <pc:spChg chg="add mod">
          <ac:chgData name="MASUDA Kanji" userId="2093d8d6-c4ea-4a6b-97c6-9657b3192cc5" providerId="ADAL" clId="{3855F22F-9ABF-44B3-9C84-B284B2C48FA6}" dt="2025-11-01T04:06:51.517" v="6254" actId="1076"/>
          <ac:spMkLst>
            <pc:docMk/>
            <pc:sldMk cId="1030137541" sldId="602"/>
            <ac:spMk id="19" creationId="{C1500942-9B42-A4F4-B22D-0096E8F037C2}"/>
          </ac:spMkLst>
        </pc:spChg>
      </pc:sldChg>
      <pc:sldChg chg="modSp new mod">
        <pc:chgData name="MASUDA Kanji" userId="2093d8d6-c4ea-4a6b-97c6-9657b3192cc5" providerId="ADAL" clId="{3855F22F-9ABF-44B3-9C84-B284B2C48FA6}" dt="2025-11-05T03:11:58.603" v="7865" actId="5793"/>
        <pc:sldMkLst>
          <pc:docMk/>
          <pc:sldMk cId="4102652149" sldId="603"/>
        </pc:sldMkLst>
        <pc:spChg chg="mod">
          <ac:chgData name="MASUDA Kanji" userId="2093d8d6-c4ea-4a6b-97c6-9657b3192cc5" providerId="ADAL" clId="{3855F22F-9ABF-44B3-9C84-B284B2C48FA6}" dt="2025-11-05T02:32:15.867" v="7400" actId="14100"/>
          <ac:spMkLst>
            <pc:docMk/>
            <pc:sldMk cId="4102652149" sldId="603"/>
            <ac:spMk id="2" creationId="{BC0B3F1C-4A21-C834-5970-8EC1F9C4551C}"/>
          </ac:spMkLst>
        </pc:spChg>
        <pc:spChg chg="mod">
          <ac:chgData name="MASUDA Kanji" userId="2093d8d6-c4ea-4a6b-97c6-9657b3192cc5" providerId="ADAL" clId="{3855F22F-9ABF-44B3-9C84-B284B2C48FA6}" dt="2025-11-05T03:11:58.603" v="7865" actId="5793"/>
          <ac:spMkLst>
            <pc:docMk/>
            <pc:sldMk cId="4102652149" sldId="603"/>
            <ac:spMk id="3" creationId="{5B47FFE2-A74B-F12E-8208-94E1B1E94E8E}"/>
          </ac:spMkLst>
        </pc:spChg>
      </pc:sldChg>
      <pc:sldChg chg="modSp new del mod ord">
        <pc:chgData name="MASUDA Kanji" userId="2093d8d6-c4ea-4a6b-97c6-9657b3192cc5" providerId="ADAL" clId="{3855F22F-9ABF-44B3-9C84-B284B2C48FA6}" dt="2025-11-05T08:08:00.066" v="9460" actId="2696"/>
        <pc:sldMkLst>
          <pc:docMk/>
          <pc:sldMk cId="1619343745" sldId="604"/>
        </pc:sldMkLst>
        <pc:spChg chg="mod">
          <ac:chgData name="MASUDA Kanji" userId="2093d8d6-c4ea-4a6b-97c6-9657b3192cc5" providerId="ADAL" clId="{3855F22F-9ABF-44B3-9C84-B284B2C48FA6}" dt="2025-11-05T03:22:33.413" v="7877" actId="14100"/>
          <ac:spMkLst>
            <pc:docMk/>
            <pc:sldMk cId="1619343745" sldId="604"/>
            <ac:spMk id="2" creationId="{72F4C89C-6799-909F-D21A-16E06A536107}"/>
          </ac:spMkLst>
        </pc:spChg>
        <pc:spChg chg="mod">
          <ac:chgData name="MASUDA Kanji" userId="2093d8d6-c4ea-4a6b-97c6-9657b3192cc5" providerId="ADAL" clId="{3855F22F-9ABF-44B3-9C84-B284B2C48FA6}" dt="2025-11-05T03:32:22.473" v="8357" actId="20577"/>
          <ac:spMkLst>
            <pc:docMk/>
            <pc:sldMk cId="1619343745" sldId="604"/>
            <ac:spMk id="3" creationId="{70B659CF-BB02-FF18-C8A1-82441CB985E6}"/>
          </ac:spMkLst>
        </pc:spChg>
      </pc:sldChg>
      <pc:sldChg chg="addSp delSp modSp new mod modAnim">
        <pc:chgData name="MASUDA Kanji" userId="2093d8d6-c4ea-4a6b-97c6-9657b3192cc5" providerId="ADAL" clId="{3855F22F-9ABF-44B3-9C84-B284B2C48FA6}" dt="2025-11-05T08:47:58.993" v="9508" actId="1076"/>
        <pc:sldMkLst>
          <pc:docMk/>
          <pc:sldMk cId="2852738699" sldId="605"/>
        </pc:sldMkLst>
        <pc:spChg chg="mod">
          <ac:chgData name="MASUDA Kanji" userId="2093d8d6-c4ea-4a6b-97c6-9657b3192cc5" providerId="ADAL" clId="{3855F22F-9ABF-44B3-9C84-B284B2C48FA6}" dt="2025-11-05T06:04:07.286" v="8437" actId="14100"/>
          <ac:spMkLst>
            <pc:docMk/>
            <pc:sldMk cId="2852738699" sldId="605"/>
            <ac:spMk id="2" creationId="{0435B443-09B2-3173-FB0F-6689C28DFA12}"/>
          </ac:spMkLst>
        </pc:spChg>
        <pc:spChg chg="mod">
          <ac:chgData name="MASUDA Kanji" userId="2093d8d6-c4ea-4a6b-97c6-9657b3192cc5" providerId="ADAL" clId="{3855F22F-9ABF-44B3-9C84-B284B2C48FA6}" dt="2025-11-05T06:43:52.715" v="9384" actId="1076"/>
          <ac:spMkLst>
            <pc:docMk/>
            <pc:sldMk cId="2852738699" sldId="605"/>
            <ac:spMk id="3" creationId="{0857751A-44A0-9FD8-B640-A0F040227FF8}"/>
          </ac:spMkLst>
        </pc:spChg>
        <pc:spChg chg="mod">
          <ac:chgData name="MASUDA Kanji" userId="2093d8d6-c4ea-4a6b-97c6-9657b3192cc5" providerId="ADAL" clId="{3855F22F-9ABF-44B3-9C84-B284B2C48FA6}" dt="2025-11-05T07:01:13.709" v="9403" actId="1076"/>
          <ac:spMkLst>
            <pc:docMk/>
            <pc:sldMk cId="2852738699" sldId="605"/>
            <ac:spMk id="4" creationId="{5D9C77AB-A170-1A8E-CB01-9FC4319C0075}"/>
          </ac:spMkLst>
        </pc:spChg>
        <pc:spChg chg="add del mod">
          <ac:chgData name="MASUDA Kanji" userId="2093d8d6-c4ea-4a6b-97c6-9657b3192cc5" providerId="ADAL" clId="{3855F22F-9ABF-44B3-9C84-B284B2C48FA6}" dt="2025-11-05T06:15:07.997" v="9273"/>
          <ac:spMkLst>
            <pc:docMk/>
            <pc:sldMk cId="2852738699" sldId="605"/>
            <ac:spMk id="5" creationId="{FB120CEE-4217-DAC7-CBEB-EA7558A013D2}"/>
          </ac:spMkLst>
        </pc:spChg>
        <pc:spChg chg="add del mod">
          <ac:chgData name="MASUDA Kanji" userId="2093d8d6-c4ea-4a6b-97c6-9657b3192cc5" providerId="ADAL" clId="{3855F22F-9ABF-44B3-9C84-B284B2C48FA6}" dt="2025-11-05T06:17:20.228" v="9293"/>
          <ac:spMkLst>
            <pc:docMk/>
            <pc:sldMk cId="2852738699" sldId="605"/>
            <ac:spMk id="6" creationId="{CD0EE90B-8234-8434-9815-AC0158544CDB}"/>
          </ac:spMkLst>
        </pc:spChg>
        <pc:spChg chg="add del mod">
          <ac:chgData name="MASUDA Kanji" userId="2093d8d6-c4ea-4a6b-97c6-9657b3192cc5" providerId="ADAL" clId="{3855F22F-9ABF-44B3-9C84-B284B2C48FA6}" dt="2025-11-05T06:11:40.708" v="9240"/>
          <ac:spMkLst>
            <pc:docMk/>
            <pc:sldMk cId="2852738699" sldId="605"/>
            <ac:spMk id="7" creationId="{17EF595C-E0D7-D6CA-3588-86FF183F8DA6}"/>
          </ac:spMkLst>
        </pc:spChg>
        <pc:spChg chg="add mod">
          <ac:chgData name="MASUDA Kanji" userId="2093d8d6-c4ea-4a6b-97c6-9657b3192cc5" providerId="ADAL" clId="{3855F22F-9ABF-44B3-9C84-B284B2C48FA6}" dt="2025-11-05T07:00:06.442" v="9392" actId="1076"/>
          <ac:spMkLst>
            <pc:docMk/>
            <pc:sldMk cId="2852738699" sldId="605"/>
            <ac:spMk id="8" creationId="{3693EE72-7B19-90EE-A98B-8D3D1557D3CD}"/>
          </ac:spMkLst>
        </pc:spChg>
        <pc:spChg chg="add mod">
          <ac:chgData name="MASUDA Kanji" userId="2093d8d6-c4ea-4a6b-97c6-9657b3192cc5" providerId="ADAL" clId="{3855F22F-9ABF-44B3-9C84-B284B2C48FA6}" dt="2025-11-05T06:18:31.429" v="9302" actId="1076"/>
          <ac:spMkLst>
            <pc:docMk/>
            <pc:sldMk cId="2852738699" sldId="605"/>
            <ac:spMk id="9" creationId="{9C252F15-E9E5-4397-3237-086F153954B4}"/>
          </ac:spMkLst>
        </pc:spChg>
        <pc:spChg chg="add mod">
          <ac:chgData name="MASUDA Kanji" userId="2093d8d6-c4ea-4a6b-97c6-9657b3192cc5" providerId="ADAL" clId="{3855F22F-9ABF-44B3-9C84-B284B2C48FA6}" dt="2025-11-05T06:18:22.317" v="9301" actId="1076"/>
          <ac:spMkLst>
            <pc:docMk/>
            <pc:sldMk cId="2852738699" sldId="605"/>
            <ac:spMk id="10" creationId="{757D1D87-AC5D-776E-9045-3BEE2BA04599}"/>
          </ac:spMkLst>
        </pc:spChg>
        <pc:spChg chg="add mod">
          <ac:chgData name="MASUDA Kanji" userId="2093d8d6-c4ea-4a6b-97c6-9657b3192cc5" providerId="ADAL" clId="{3855F22F-9ABF-44B3-9C84-B284B2C48FA6}" dt="2025-11-05T06:18:15.033" v="9299" actId="1076"/>
          <ac:spMkLst>
            <pc:docMk/>
            <pc:sldMk cId="2852738699" sldId="605"/>
            <ac:spMk id="11" creationId="{FC753938-3A90-216C-0650-6FC1B0275C2F}"/>
          </ac:spMkLst>
        </pc:spChg>
        <pc:spChg chg="add mod">
          <ac:chgData name="MASUDA Kanji" userId="2093d8d6-c4ea-4a6b-97c6-9657b3192cc5" providerId="ADAL" clId="{3855F22F-9ABF-44B3-9C84-B284B2C48FA6}" dt="2025-11-05T08:11:43.385" v="9500" actId="14100"/>
          <ac:spMkLst>
            <pc:docMk/>
            <pc:sldMk cId="2852738699" sldId="605"/>
            <ac:spMk id="12" creationId="{D78BB8D9-839E-2969-21F4-6E8CB12B96BD}"/>
          </ac:spMkLst>
        </pc:spChg>
        <pc:picChg chg="add del mod">
          <ac:chgData name="MASUDA Kanji" userId="2093d8d6-c4ea-4a6b-97c6-9657b3192cc5" providerId="ADAL" clId="{3855F22F-9ABF-44B3-9C84-B284B2C48FA6}" dt="2025-11-05T08:47:50.187" v="9506" actId="21"/>
          <ac:picMkLst>
            <pc:docMk/>
            <pc:sldMk cId="2852738699" sldId="605"/>
            <ac:picMk id="6" creationId="{67B7DAB1-5111-2F34-DE65-F883945D41DD}"/>
          </ac:picMkLst>
        </pc:picChg>
        <pc:picChg chg="add mod">
          <ac:chgData name="MASUDA Kanji" userId="2093d8d6-c4ea-4a6b-97c6-9657b3192cc5" providerId="ADAL" clId="{3855F22F-9ABF-44B3-9C84-B284B2C48FA6}" dt="2025-11-05T08:47:58.993" v="9508" actId="1076"/>
          <ac:picMkLst>
            <pc:docMk/>
            <pc:sldMk cId="2852738699" sldId="605"/>
            <ac:picMk id="13" creationId="{258D23F1-9B2D-DC65-403F-3A2B06641E5B}"/>
          </ac:picMkLst>
        </pc:picChg>
      </pc:sldChg>
      <pc:sldChg chg="modSp new mod">
        <pc:chgData name="MASUDA Kanji" userId="2093d8d6-c4ea-4a6b-97c6-9657b3192cc5" providerId="ADAL" clId="{3855F22F-9ABF-44B3-9C84-B284B2C48FA6}" dt="2025-11-05T07:45:21.988" v="9455" actId="20577"/>
        <pc:sldMkLst>
          <pc:docMk/>
          <pc:sldMk cId="872624711" sldId="606"/>
        </pc:sldMkLst>
        <pc:spChg chg="mod">
          <ac:chgData name="MASUDA Kanji" userId="2093d8d6-c4ea-4a6b-97c6-9657b3192cc5" providerId="ADAL" clId="{3855F22F-9ABF-44B3-9C84-B284B2C48FA6}" dt="2025-11-05T06:20:04.218" v="9331" actId="14100"/>
          <ac:spMkLst>
            <pc:docMk/>
            <pc:sldMk cId="872624711" sldId="606"/>
            <ac:spMk id="2" creationId="{2BF1CB3C-9929-0A2A-F33C-EE837DA6D1FE}"/>
          </ac:spMkLst>
        </pc:spChg>
        <pc:spChg chg="mod">
          <ac:chgData name="MASUDA Kanji" userId="2093d8d6-c4ea-4a6b-97c6-9657b3192cc5" providerId="ADAL" clId="{3855F22F-9ABF-44B3-9C84-B284B2C48FA6}" dt="2025-11-05T07:45:21.988" v="9455" actId="20577"/>
          <ac:spMkLst>
            <pc:docMk/>
            <pc:sldMk cId="872624711" sldId="606"/>
            <ac:spMk id="3" creationId="{B54BB807-072F-2AD8-5A94-A3CC916EE3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24F81C-1256-4B24-8E52-D9669FBF7B80}" type="datetimeFigureOut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616FC8-A412-413A-ABB7-2A369A84C8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0014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まず、研究の背景についてご説明します。 従来のデータベースにおけるスキーマ設計、すなわちテーブルや実体化ビューの集合をどう構成するかという問題は、多くの場合、ワークロード、つまり実行されるクエリのパターンが静的である、時間が経っても変わらないことを前提としてきました 。 しかし、実際の多くのアプリケーション、特に</a:t>
            </a:r>
            <a:r>
              <a:rPr lang="en-US" altLang="ja-JP" dirty="0"/>
              <a:t>IoT</a:t>
            </a:r>
            <a:r>
              <a:rPr lang="ja-JP" altLang="en-US" dirty="0"/>
              <a:t>や科学技術計算の分野では、ワークロードは静的ではありません 。例えば、周期的であったり、徐々に傾向が変化したり、など、動的でありながらも予測可能なパターンを示すことがよく知られています 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822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具体的な例として、天文データ解析のシナリオを考えてみます 。 例えば、ある天文学データベースを、日中は日本の研究チームが</a:t>
            </a:r>
            <a:r>
              <a:rPr lang="en-US" altLang="ja-JP" dirty="0"/>
              <a:t>…</a:t>
            </a:r>
          </a:p>
          <a:p>
            <a:r>
              <a:rPr lang="ja-JP" altLang="en-US" dirty="0"/>
              <a:t>右のグラフは、このような周期的なパターンの一例を示しています。横軸が時刻、縦軸がクエリの実行頻度です。日本のグループとヨーロッパのグループのアクセスパターンが、時間と共に周期的に入れ替わっていることがわかります 。 </a:t>
            </a:r>
            <a:endParaRPr lang="en-US" altLang="ja-JP" dirty="0"/>
          </a:p>
          <a:p>
            <a:r>
              <a:rPr lang="ja-JP" altLang="en-US" dirty="0"/>
              <a:t>本研究の目的は、このような時刻変化するワークロードに対して各時刻における最適なスキーマの系列を設計することです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27039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実体化ビューとは、クエリの実行結果をあらかじめ計算し、物理的なデータとして保存しておく特殊なテーブルのことです 。</a:t>
            </a:r>
            <a:endParaRPr lang="en-US" altLang="ja-JP" dirty="0"/>
          </a:p>
          <a:p>
            <a:r>
              <a:rPr lang="ja-JP" altLang="en-US" dirty="0"/>
              <a:t> 例えば、非常に時間のかかるテーブル結合（</a:t>
            </a:r>
            <a:r>
              <a:rPr lang="en-US" altLang="ja-JP" dirty="0"/>
              <a:t>JOIN</a:t>
            </a:r>
            <a:r>
              <a:rPr lang="ja-JP" altLang="en-US" dirty="0"/>
              <a:t>）や複雑な集計処理を伴うクエリがあった場合、その結果を実体化ビューとして保持しておくことで、次に同じような問い合わせが来た際には、計算済みの結果を返すだけで済み、応答速度を劇的に高速化できます 。 </a:t>
            </a:r>
            <a:endParaRPr lang="en-US" altLang="ja-JP" dirty="0"/>
          </a:p>
          <a:p>
            <a:r>
              <a:rPr lang="ja-JP" altLang="en-US" dirty="0"/>
              <a:t>スライド下部にあるような、</a:t>
            </a:r>
            <a:r>
              <a:rPr lang="en-US" altLang="ja-JP" dirty="0"/>
              <a:t>JOIN</a:t>
            </a:r>
            <a:r>
              <a:rPr lang="ja-JP" altLang="en-US" dirty="0"/>
              <a:t>と</a:t>
            </a:r>
            <a:r>
              <a:rPr lang="en-US" altLang="ja-JP" dirty="0"/>
              <a:t>WHERE</a:t>
            </a:r>
            <a:r>
              <a:rPr lang="ja-JP" altLang="en-US" dirty="0"/>
              <a:t>句を含むクエリを例に考えてみます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8902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もし実体化ビューを使わない場合、このクエリが実行されるたびに、</a:t>
            </a:r>
            <a:r>
              <a:rPr lang="en-US" altLang="ja-JP" dirty="0"/>
              <a:t>2</a:t>
            </a:r>
            <a:r>
              <a:rPr lang="ja-JP" altLang="en-US" dirty="0"/>
              <a:t>つのテーブル（</a:t>
            </a:r>
            <a:r>
              <a:rPr lang="en-US" altLang="ja-JP" dirty="0"/>
              <a:t>user</a:t>
            </a:r>
            <a:r>
              <a:rPr lang="ja-JP" altLang="en-US" dirty="0"/>
              <a:t>と</a:t>
            </a:r>
            <a:r>
              <a:rPr lang="en-US" altLang="ja-JP" dirty="0"/>
              <a:t>orders</a:t>
            </a:r>
            <a:r>
              <a:rPr lang="ja-JP" altLang="en-US" dirty="0"/>
              <a:t>）に対して条件（</a:t>
            </a:r>
            <a:r>
              <a:rPr lang="en-US" altLang="ja-JP" dirty="0"/>
              <a:t>age &gt; 25, quantity &gt; 2</a:t>
            </a:r>
            <a:r>
              <a:rPr lang="ja-JP" altLang="en-US" dirty="0"/>
              <a:t>）を適用し、さらにそれらを</a:t>
            </a:r>
            <a:r>
              <a:rPr lang="en-US" altLang="ja-JP" dirty="0"/>
              <a:t>JOIN</a:t>
            </a:r>
            <a:r>
              <a:rPr lang="ja-JP" altLang="en-US" dirty="0"/>
              <a:t>し、最後に対象カラム（</a:t>
            </a:r>
            <a:r>
              <a:rPr lang="en-US" altLang="ja-JP" dirty="0"/>
              <a:t>user.name</a:t>
            </a:r>
            <a:r>
              <a:rPr lang="ja-JP" altLang="en-US" dirty="0"/>
              <a:t>）を抽出する、という全ての操作を毎回実行する必要があります 。 当然ながら、クエリの実行コストは高くなり、応答も低速になります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60838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一方、あらかじめ</a:t>
            </a:r>
            <a:r>
              <a:rPr lang="en-US" altLang="ja-JP" dirty="0"/>
              <a:t>JOIN</a:t>
            </a:r>
            <a:r>
              <a:rPr lang="ja-JP" altLang="en-US" dirty="0"/>
              <a:t>操作までの結果を実体化ビューとして作成しておけば、クエリ実行時には、この実体化ビューから最終的な結果（</a:t>
            </a:r>
            <a:r>
              <a:rPr lang="en-US" altLang="ja-JP" dirty="0"/>
              <a:t>user.name</a:t>
            </a:r>
            <a:r>
              <a:rPr lang="ja-JP" altLang="en-US" dirty="0"/>
              <a:t>）を抽出するだけで済みます 。 これにより、コストのかかる</a:t>
            </a:r>
            <a:r>
              <a:rPr lang="en-US" altLang="ja-JP" dirty="0"/>
              <a:t>JOIN</a:t>
            </a:r>
            <a:r>
              <a:rPr lang="ja-JP" altLang="en-US" dirty="0"/>
              <a:t>操作などを省略でき、クエリの実行コストは大幅に下がり、高速な応答が可能になります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69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ここで、本研究で考慮する</a:t>
            </a:r>
            <a:r>
              <a:rPr lang="en-US" altLang="ja-JP" dirty="0"/>
              <a:t>2</a:t>
            </a:r>
            <a:r>
              <a:rPr lang="ja-JP" altLang="en-US" dirty="0"/>
              <a:t>種類のコストを定義します。</a:t>
            </a:r>
            <a:endParaRPr lang="en-US" altLang="ja-JP" dirty="0"/>
          </a:p>
          <a:p>
            <a:r>
              <a:rPr lang="ja-JP" altLang="en-US" dirty="0"/>
              <a:t> 一つは「ワークロード実行コスト」です 。これは、各時刻で発生するクエリ群を実行するための総コストです 。先ほど見たように、適切な実体化ビューを利用することで、このコストは小さくできます 。 もう一つは「マイグレーションコスト」です 。時刻</a:t>
            </a:r>
            <a:r>
              <a:rPr lang="en-US" altLang="ja-JP" dirty="0"/>
              <a:t>t</a:t>
            </a:r>
            <a:r>
              <a:rPr lang="ja-JP" altLang="en-US" dirty="0"/>
              <a:t>のスキーマと、次の時刻</a:t>
            </a:r>
            <a:r>
              <a:rPr lang="en-US" altLang="ja-JP" dirty="0"/>
              <a:t>t+1</a:t>
            </a:r>
            <a:r>
              <a:rPr lang="ja-JP" altLang="en-US" dirty="0"/>
              <a:t>のスキーマが異なる場合、</a:t>
            </a:r>
            <a:r>
              <a:rPr lang="en-US" altLang="ja-JP" dirty="0"/>
              <a:t>t+1</a:t>
            </a:r>
            <a:r>
              <a:rPr lang="ja-JP" altLang="en-US" dirty="0"/>
              <a:t>で必要となる新しい実体化ビューを作成する必要があります 。この、実体化ビューを新たに作成するためにかかるコストをマイグレーションコストと呼びます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9551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時刻変化するワークロードでは、当然ながら、各時刻で最適なスキーマ（実体化ビューの集合）は異なります 。 スライドの図は、時刻</a:t>
            </a:r>
            <a:r>
              <a:rPr lang="en-US" altLang="ja-JP" dirty="0"/>
              <a:t>0</a:t>
            </a:r>
            <a:r>
              <a:rPr lang="ja-JP" altLang="en-US" dirty="0"/>
              <a:t>から時刻</a:t>
            </a:r>
            <a:r>
              <a:rPr lang="en-US" altLang="ja-JP" dirty="0"/>
              <a:t>6</a:t>
            </a:r>
            <a:r>
              <a:rPr lang="ja-JP" altLang="en-US" dirty="0"/>
              <a:t>にかけて、最適なスキーマが</a:t>
            </a:r>
            <a:r>
              <a:rPr lang="en-US" altLang="ja-JP" dirty="0"/>
              <a:t>S1, S3, S2...</a:t>
            </a:r>
            <a:r>
              <a:rPr lang="ja-JP" altLang="en-US" dirty="0"/>
              <a:t>と変化していく様子を示しています 。 もし、常にその時刻で最適なスキーマを使い続けようとすれば、毎時刻のようにスキーマを変更、つまりマイグレーションが発生することになります 。 その結果、ワークロード実行コストは最小になりますが、マイグレーションコストが非常に大きくなってしまいます 。</a:t>
            </a:r>
            <a:endParaRPr lang="en-US" altLang="ja-JP" dirty="0"/>
          </a:p>
          <a:p>
            <a:r>
              <a:rPr lang="ja-JP" altLang="en-US" dirty="0"/>
              <a:t>逆に、マイグレーションコストを小さくしようとすると、時刻</a:t>
            </a:r>
            <a:r>
              <a:rPr lang="en-US" altLang="ja-JP" dirty="0"/>
              <a:t>0</a:t>
            </a:r>
            <a:r>
              <a:rPr lang="ja-JP" altLang="en-US" dirty="0"/>
              <a:t>では最適だった</a:t>
            </a:r>
            <a:r>
              <a:rPr lang="en-US" altLang="ja-JP" dirty="0"/>
              <a:t>S1</a:t>
            </a:r>
            <a:r>
              <a:rPr lang="ja-JP" altLang="en-US" dirty="0"/>
              <a:t>も、ワークロードが変化すると、最適なスキーマとはかけ離れたものになっていきます 。 その結果、最適ではない実体化ビューを使うことになり、ワークロード実行コストが増加してしまいます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01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入力として、「時刻変化するワークロード」とスキーマ、さらに実体化ビューが使用できる「容量制約」 を受け取ります。 そして、出力として、「各時刻で使用すべき最適なスキーマ（実体化ビューの集合）」、「各時刻での最適なクエリプラン」、そして「時刻間のマイグレーションプラン」 を生成します。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7690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処理の全体フローは以下のようになります。 まず、入力されたワークロードから、候補となる「実体化ビュー」、「クエリプラン」、「マイグレーションプラン」 をすべて列挙します。 次に、列挙した各プランの「コストを推定」します 。 そして、見込みのない実体化ビュー候補を「プルーニング」により除去します 。 最後に、プルーニングされた候補とコスト情報に基づき、「</a:t>
            </a:r>
            <a:r>
              <a:rPr lang="en-US" altLang="ja-JP" dirty="0"/>
              <a:t>ILP</a:t>
            </a:r>
            <a:r>
              <a:rPr lang="ja-JP" altLang="en-US" dirty="0"/>
              <a:t>最適化」を行い、最終的な解を求めます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6204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実体化ビュー候補列挙では、ワークロードに含まれる各クエリのクエリプラン（図のようなツリー構造）を解析し、そのクエリが包含する全ての「サブクエリ」を列挙します 。 例えば、このクエリプランからは、サブクエリ</a:t>
            </a:r>
            <a:r>
              <a:rPr lang="en-US" altLang="ja-JP" dirty="0"/>
              <a:t>1, 2, 3, 4</a:t>
            </a:r>
            <a:r>
              <a:rPr lang="ja-JP" altLang="en-US" dirty="0"/>
              <a:t>といった部分的な処理を抜き出すことができます 。これらすべてが、実体化ビューの候補となります。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88651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「クエリプラン列挙」では、元のクエリに対し、先ほど列挙した実体化ビュー候補を「どのように使うか」の全ての組み合わせを考えます 。 例えば、プラン</a:t>
            </a:r>
            <a:r>
              <a:rPr lang="en-US" altLang="ja-JP" dirty="0"/>
              <a:t>1</a:t>
            </a:r>
            <a:r>
              <a:rPr lang="ja-JP" altLang="en-US" dirty="0"/>
              <a:t>は</a:t>
            </a:r>
            <a:r>
              <a:rPr lang="en-US" altLang="ja-JP" dirty="0"/>
              <a:t>…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492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「マイグレーションプラン列挙」では、ある実体化ビュー（例えば時刻</a:t>
            </a:r>
            <a:r>
              <a:rPr lang="en-US" altLang="ja-JP" dirty="0"/>
              <a:t>t+1</a:t>
            </a:r>
            <a:r>
              <a:rPr lang="ja-JP" altLang="en-US" dirty="0"/>
              <a:t>で必要になるビュー）を作成するために、どのような方法があるかを列挙します 。 例えば、元テーブルから直接作る方法もあれば、時刻</a:t>
            </a:r>
            <a:r>
              <a:rPr lang="en-US" altLang="ja-JP" dirty="0"/>
              <a:t>t</a:t>
            </a:r>
            <a:r>
              <a:rPr lang="ja-JP" altLang="en-US" dirty="0"/>
              <a:t>に存在していた別の実体化ビューを利用して作る方法（差分更新など）も考えられます。これらのプランを列挙します。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98036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これらの候補とコストを用いて、問題を</a:t>
            </a:r>
            <a:r>
              <a:rPr lang="en-US" altLang="ja-JP" dirty="0"/>
              <a:t>ILP</a:t>
            </a:r>
            <a:r>
              <a:rPr lang="ja-JP" altLang="en-US" dirty="0"/>
              <a:t>で定式化します 。 目的関数は、スライドに示すように、全時刻</a:t>
            </a:r>
            <a:r>
              <a:rPr lang="en-US" altLang="ja-JP" dirty="0"/>
              <a:t>T</a:t>
            </a:r>
            <a:r>
              <a:rPr lang="ja-JP" altLang="en-US" dirty="0"/>
              <a:t>にわたる「ワークロードコスト」（</a:t>
            </a:r>
            <a:r>
              <a:rPr lang="en-US" altLang="ja-JP" dirty="0"/>
              <a:t>Read</a:t>
            </a:r>
            <a:r>
              <a:rPr lang="ja-JP" altLang="en-US" dirty="0"/>
              <a:t>コスト と</a:t>
            </a:r>
            <a:r>
              <a:rPr lang="en-US" altLang="ja-JP" dirty="0"/>
              <a:t>Write</a:t>
            </a:r>
            <a:r>
              <a:rPr lang="ja-JP" altLang="en-US" dirty="0"/>
              <a:t>コスト ）の総和と、「マイグレーションコスト」の総和を最小化するものとなります 。 ここで、</a:t>
            </a:r>
            <a:r>
              <a:rPr lang="en-US" altLang="ja-JP" dirty="0"/>
              <a:t>δ</a:t>
            </a:r>
            <a:r>
              <a:rPr lang="ja-JP" altLang="en-US" dirty="0"/>
              <a:t>（デルタ）で示されているのが決定変数です。例えば「時刻</a:t>
            </a:r>
            <a:r>
              <a:rPr lang="en-US" altLang="ja-JP" dirty="0"/>
              <a:t>t</a:t>
            </a:r>
            <a:r>
              <a:rPr lang="ja-JP" altLang="en-US" dirty="0"/>
              <a:t>に、クエリ</a:t>
            </a:r>
            <a:r>
              <a:rPr lang="en-US" altLang="ja-JP" dirty="0" err="1"/>
              <a:t>i</a:t>
            </a:r>
            <a:r>
              <a:rPr lang="ja-JP" altLang="en-US" dirty="0"/>
              <a:t>が、プラン</a:t>
            </a:r>
            <a:r>
              <a:rPr lang="en-US" altLang="ja-JP" dirty="0"/>
              <a:t>j</a:t>
            </a:r>
            <a:r>
              <a:rPr lang="ja-JP" altLang="en-US" dirty="0"/>
              <a:t>（実体化ビュー</a:t>
            </a:r>
            <a:r>
              <a:rPr lang="en-US" altLang="ja-JP" dirty="0"/>
              <a:t>j</a:t>
            </a:r>
            <a:r>
              <a:rPr lang="ja-JP" altLang="en-US" dirty="0"/>
              <a:t>）を使うかどうか」といった</a:t>
            </a:r>
            <a:r>
              <a:rPr lang="en-US" altLang="ja-JP" dirty="0"/>
              <a:t>0</a:t>
            </a:r>
            <a:r>
              <a:rPr lang="ja-JP" altLang="en-US" dirty="0"/>
              <a:t>か</a:t>
            </a:r>
            <a:r>
              <a:rPr lang="en-US" altLang="ja-JP" dirty="0"/>
              <a:t>1</a:t>
            </a:r>
            <a:r>
              <a:rPr lang="ja-JP" altLang="en-US" dirty="0"/>
              <a:t>の値を取ります。 </a:t>
            </a:r>
            <a:endParaRPr lang="en-US" altLang="ja-JP" dirty="0"/>
          </a:p>
          <a:p>
            <a:r>
              <a:rPr lang="ja-JP" altLang="en-US" dirty="0"/>
              <a:t>問題点は、タイムステップ</a:t>
            </a:r>
            <a:r>
              <a:rPr lang="en-US" altLang="ja-JP" dirty="0"/>
              <a:t>T</a:t>
            </a:r>
            <a:r>
              <a:rPr lang="ja-JP" altLang="en-US" dirty="0"/>
              <a:t>が大きくなると、この決定変数の数が</a:t>
            </a:r>
            <a:r>
              <a:rPr lang="en-US" altLang="ja-JP" dirty="0"/>
              <a:t>T</a:t>
            </a:r>
            <a:r>
              <a:rPr lang="ja-JP" altLang="en-US" dirty="0"/>
              <a:t>倍に増加し、最適化時間が非現実的なものになってしまう点です 。</a:t>
            </a:r>
            <a:endParaRPr lang="en-US" altLang="ja-JP" dirty="0"/>
          </a:p>
          <a:p>
            <a:endParaRPr lang="en-US" dirty="0"/>
          </a:p>
          <a:p>
            <a:r>
              <a:rPr lang="en-US" altLang="ja-JP" dirty="0"/>
              <a:t>1</a:t>
            </a:r>
            <a:r>
              <a:rPr lang="ja-JP" altLang="en-US" dirty="0"/>
              <a:t>項は、「（頻度）</a:t>
            </a:r>
            <a:r>
              <a:rPr lang="en-US" altLang="ja-JP" dirty="0"/>
              <a:t>×</a:t>
            </a:r>
            <a:r>
              <a:rPr lang="ja-JP" altLang="en-US" dirty="0"/>
              <a:t>（コスト）</a:t>
            </a:r>
            <a:r>
              <a:rPr lang="en-US" altLang="ja-JP" dirty="0"/>
              <a:t>×</a:t>
            </a:r>
            <a:r>
              <a:rPr lang="ja-JP" altLang="en-US" dirty="0"/>
              <a:t>（使うかどうか）」を、全てのクエリ、全てのプランについて合計し、読み込みコストの総和を求めています。</a:t>
            </a:r>
            <a:endParaRPr lang="en-US" altLang="ja-JP" dirty="0"/>
          </a:p>
          <a:p>
            <a:r>
              <a:rPr lang="en-US" altLang="ja-JP" dirty="0"/>
              <a:t>2</a:t>
            </a:r>
            <a:r>
              <a:rPr lang="ja-JP" altLang="en-US" dirty="0"/>
              <a:t>項は「書き込み」、つまり元テーブルが更新された際に、実体化ビュー</a:t>
            </a:r>
            <a:r>
              <a:rPr lang="en-US" altLang="ja-JP" dirty="0"/>
              <a:t>(MV)</a:t>
            </a:r>
            <a:r>
              <a:rPr lang="ja-JP" altLang="en-US" dirty="0"/>
              <a:t>も更新するためにかかるコストです。</a:t>
            </a:r>
            <a:endParaRPr lang="en-US" altLang="ja-JP" dirty="0"/>
          </a:p>
          <a:p>
            <a:r>
              <a:rPr lang="en-US" altLang="ja-JP" dirty="0"/>
              <a:t>3</a:t>
            </a:r>
            <a:r>
              <a:rPr lang="ja-JP" altLang="en-US" dirty="0"/>
              <a:t>項は新しい</a:t>
            </a:r>
            <a:r>
              <a:rPr lang="en-US" altLang="ja-JP" dirty="0"/>
              <a:t>MV</a:t>
            </a:r>
            <a:r>
              <a:rPr lang="ja-JP" altLang="en-US" dirty="0"/>
              <a:t>を作るために、古いスキーマ（時刻</a:t>
            </a:r>
            <a:r>
              <a:rPr lang="en-US" altLang="ja-JP" dirty="0"/>
              <a:t>t</a:t>
            </a:r>
            <a:r>
              <a:rPr lang="ja-JP" altLang="en-US" dirty="0"/>
              <a:t>の</a:t>
            </a:r>
            <a:r>
              <a:rPr lang="en-US" altLang="ja-JP" dirty="0"/>
              <a:t>MV</a:t>
            </a:r>
            <a:r>
              <a:rPr lang="ja-JP" altLang="en-US" dirty="0"/>
              <a:t>）からデータを「読み出す」コストです。</a:t>
            </a:r>
            <a:endParaRPr lang="en-US" altLang="ja-JP" dirty="0"/>
          </a:p>
          <a:p>
            <a:r>
              <a:rPr lang="en-US" altLang="ja-JP" dirty="0"/>
              <a:t>4</a:t>
            </a:r>
            <a:r>
              <a:rPr lang="ja-JP" altLang="en-US" dirty="0"/>
              <a:t>項は読み出したデータを、新しい</a:t>
            </a:r>
            <a:r>
              <a:rPr lang="en-US" altLang="ja-JP" dirty="0"/>
              <a:t>MV</a:t>
            </a:r>
            <a:r>
              <a:rPr lang="ja-JP" altLang="en-US" dirty="0"/>
              <a:t>として「書き込む」コストです。</a:t>
            </a:r>
            <a:endParaRPr lang="en-US" altLang="ja-JP" dirty="0"/>
          </a:p>
          <a:p>
            <a:r>
              <a:rPr lang="en-US" altLang="ja-JP" dirty="0"/>
              <a:t>5</a:t>
            </a:r>
            <a:r>
              <a:rPr lang="ja-JP" altLang="en-US" dirty="0"/>
              <a:t>項は「マイグレーションを実行している</a:t>
            </a:r>
            <a:r>
              <a:rPr lang="ja-JP" altLang="en-US" b="1" dirty="0"/>
              <a:t>最中</a:t>
            </a:r>
            <a:r>
              <a:rPr lang="ja-JP" altLang="en-US" dirty="0"/>
              <a:t>に発生した元テーブルの更新」を、新しく作っている</a:t>
            </a:r>
            <a:r>
              <a:rPr lang="en-US" altLang="ja-JP" dirty="0"/>
              <a:t>MV</a:t>
            </a:r>
            <a:r>
              <a:rPr lang="ja-JP" altLang="en-US" dirty="0"/>
              <a:t>にも反映させるための追加コスト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3F596E-6BCB-4911-8D41-390997CDDDCA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01916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0930-8C3D-8B95-8665-B07A1EA6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C7B5DA-34BA-A36F-3662-60BFBD312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300070-E54D-9C20-7D30-FE5B46F49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そこで、この計算量問題に対処するのが「プルーニング」です 。 これは、元の詳細なワークロードを、木構造として再帰的に要約し、近似するという考え方です 。 </a:t>
            </a:r>
            <a:endParaRPr lang="en-US" altLang="ja-JP" dirty="0"/>
          </a:p>
          <a:p>
            <a:r>
              <a:rPr lang="ja-JP" altLang="en-US" dirty="0"/>
              <a:t>例えば、全時刻（</a:t>
            </a:r>
            <a:r>
              <a:rPr lang="en-US" altLang="ja-JP" dirty="0"/>
              <a:t>0</a:t>
            </a:r>
            <a:r>
              <a:rPr lang="ja-JP" altLang="en-US" dirty="0"/>
              <a:t>から</a:t>
            </a:r>
            <a:r>
              <a:rPr lang="en-US" altLang="ja-JP" dirty="0"/>
              <a:t>8</a:t>
            </a:r>
            <a:r>
              <a:rPr lang="ja-JP" altLang="en-US" dirty="0"/>
              <a:t>）のワークロードを</a:t>
            </a:r>
            <a:r>
              <a:rPr lang="en-US" altLang="ja-JP" dirty="0"/>
              <a:t>3</a:t>
            </a:r>
            <a:r>
              <a:rPr lang="ja-JP" altLang="en-US" dirty="0"/>
              <a:t>つのタイムステップだけで代表させて大まかな最適解を求め、次にそれを</a:t>
            </a:r>
            <a:r>
              <a:rPr lang="en-US" altLang="ja-JP" dirty="0"/>
              <a:t>2</a:t>
            </a:r>
            <a:r>
              <a:rPr lang="ja-JP" altLang="en-US" dirty="0"/>
              <a:t>つの区間（</a:t>
            </a:r>
            <a:r>
              <a:rPr lang="en-US" altLang="ja-JP" dirty="0"/>
              <a:t>0-4</a:t>
            </a:r>
            <a:r>
              <a:rPr lang="ja-JP" altLang="en-US" dirty="0"/>
              <a:t>と</a:t>
            </a:r>
            <a:r>
              <a:rPr lang="en-US" altLang="ja-JP" dirty="0"/>
              <a:t>4-8</a:t>
            </a:r>
            <a:r>
              <a:rPr lang="ja-JP" altLang="en-US" dirty="0"/>
              <a:t>）に分けて、それぞれの区間でまた</a:t>
            </a:r>
            <a:r>
              <a:rPr lang="en-US" altLang="ja-JP" dirty="0"/>
              <a:t>3</a:t>
            </a:r>
            <a:r>
              <a:rPr lang="ja-JP" altLang="en-US" dirty="0"/>
              <a:t>ステップで最適解を求める</a:t>
            </a:r>
            <a:r>
              <a:rPr lang="en-US" altLang="ja-JP" dirty="0"/>
              <a:t>…</a:t>
            </a:r>
            <a:r>
              <a:rPr lang="ja-JP" altLang="en-US" dirty="0"/>
              <a:t>といったことを再帰的に行います。 </a:t>
            </a:r>
            <a:endParaRPr lang="en-US" altLang="ja-JP" dirty="0"/>
          </a:p>
          <a:p>
            <a:r>
              <a:rPr lang="ja-JP" altLang="en-US" dirty="0"/>
              <a:t>このように最適化を行うことで、全体を通して一度も最適解として選ばれないような「見込みのない実体化ビュー候補」を特定し、最終的な</a:t>
            </a:r>
            <a:r>
              <a:rPr lang="en-US" altLang="ja-JP" dirty="0"/>
              <a:t>ILP</a:t>
            </a:r>
            <a:r>
              <a:rPr lang="ja-JP" altLang="en-US" dirty="0"/>
              <a:t>最適化の前にそれらを枝刈りします 。</a:t>
            </a:r>
            <a:endParaRPr lang="en-US" altLang="ja-JP" dirty="0"/>
          </a:p>
          <a:p>
            <a:r>
              <a:rPr lang="ja-JP" altLang="en-US" dirty="0"/>
              <a:t>これにより、</a:t>
            </a:r>
            <a:r>
              <a:rPr lang="en-US" altLang="ja-JP" dirty="0"/>
              <a:t>ILP</a:t>
            </a:r>
            <a:r>
              <a:rPr lang="ja-JP" altLang="en-US" dirty="0"/>
              <a:t>の決定変数の数を大幅に削減し、高速化を図ります。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詳細</a:t>
            </a:r>
            <a:endParaRPr lang="en-US" dirty="0"/>
          </a:p>
          <a:p>
            <a:r>
              <a:rPr lang="ja-JP" altLang="en-US" dirty="0"/>
              <a:t>まず、ツリーの**</a:t>
            </a:r>
            <a:r>
              <a:rPr lang="en-US" altLang="ja-JP" dirty="0"/>
              <a:t>『</a:t>
            </a:r>
            <a:r>
              <a:rPr lang="ja-JP" altLang="en-US" dirty="0"/>
              <a:t>根（ルート）</a:t>
            </a:r>
            <a:r>
              <a:rPr lang="en-US" altLang="ja-JP" dirty="0"/>
              <a:t>』**</a:t>
            </a:r>
            <a:r>
              <a:rPr lang="ja-JP" altLang="en-US" dirty="0"/>
              <a:t>、つまり全時刻（</a:t>
            </a:r>
            <a:r>
              <a:rPr lang="en-US" altLang="ja-JP" dirty="0"/>
              <a:t>0〜8</a:t>
            </a:r>
            <a:r>
              <a:rPr lang="ja-JP" altLang="en-US" dirty="0"/>
              <a:t>）を代表する</a:t>
            </a:r>
            <a:r>
              <a:rPr lang="en-US" altLang="ja-JP" dirty="0"/>
              <a:t>3</a:t>
            </a:r>
            <a:r>
              <a:rPr lang="ja-JP" altLang="en-US" dirty="0"/>
              <a:t>点（最小・中央・最大） で、非常に単純化された</a:t>
            </a:r>
            <a:r>
              <a:rPr lang="en-US" altLang="ja-JP" dirty="0"/>
              <a:t>ILP</a:t>
            </a:r>
            <a:r>
              <a:rPr lang="ja-JP" altLang="en-US" dirty="0"/>
              <a:t>を解きます。</a:t>
            </a:r>
          </a:p>
          <a:p>
            <a:r>
              <a:rPr lang="ja-JP" altLang="en-US" dirty="0"/>
              <a:t>この</a:t>
            </a:r>
            <a:r>
              <a:rPr lang="en-US" altLang="ja-JP" dirty="0"/>
              <a:t>ILP</a:t>
            </a:r>
            <a:r>
              <a:rPr lang="ja-JP" altLang="en-US" dirty="0"/>
              <a:t>の解として**</a:t>
            </a:r>
            <a:r>
              <a:rPr lang="en-US" altLang="ja-JP" dirty="0"/>
              <a:t>『</a:t>
            </a:r>
            <a:r>
              <a:rPr lang="ja-JP" altLang="en-US" dirty="0"/>
              <a:t>選ばれた</a:t>
            </a:r>
            <a:r>
              <a:rPr lang="en-US" altLang="ja-JP" dirty="0"/>
              <a:t>MV』**</a:t>
            </a:r>
            <a:r>
              <a:rPr lang="ja-JP" altLang="en-US" dirty="0"/>
              <a:t>を記録します 。</a:t>
            </a:r>
          </a:p>
          <a:p>
            <a:r>
              <a:rPr lang="ja-JP" altLang="en-US" dirty="0"/>
              <a:t>次に、ワークロードを「前半（</a:t>
            </a:r>
            <a:r>
              <a:rPr lang="en-US" altLang="ja-JP" dirty="0"/>
              <a:t>0〜4</a:t>
            </a:r>
            <a:r>
              <a:rPr lang="ja-JP" altLang="en-US" dirty="0"/>
              <a:t>）」と「後半（</a:t>
            </a:r>
            <a:r>
              <a:rPr lang="en-US" altLang="ja-JP" dirty="0"/>
              <a:t>4〜8</a:t>
            </a:r>
            <a:r>
              <a:rPr lang="ja-JP" altLang="en-US" dirty="0"/>
              <a:t>）」の</a:t>
            </a:r>
            <a:r>
              <a:rPr lang="en-US" altLang="ja-JP" dirty="0"/>
              <a:t>2</a:t>
            </a:r>
            <a:r>
              <a:rPr lang="ja-JP" altLang="en-US" dirty="0"/>
              <a:t>つの**</a:t>
            </a:r>
            <a:r>
              <a:rPr lang="en-US" altLang="ja-JP" dirty="0"/>
              <a:t>『</a:t>
            </a:r>
            <a:r>
              <a:rPr lang="ja-JP" altLang="en-US" dirty="0"/>
              <a:t>子ノード</a:t>
            </a:r>
            <a:r>
              <a:rPr lang="en-US" altLang="ja-JP" dirty="0"/>
              <a:t>』**</a:t>
            </a:r>
            <a:r>
              <a:rPr lang="ja-JP" altLang="en-US" dirty="0"/>
              <a:t>に分けます。</a:t>
            </a:r>
          </a:p>
          <a:p>
            <a:r>
              <a:rPr lang="ja-JP" altLang="en-US" dirty="0"/>
              <a:t>「前半（</a:t>
            </a:r>
            <a:r>
              <a:rPr lang="en-US" altLang="ja-JP" dirty="0"/>
              <a:t>0〜4</a:t>
            </a:r>
            <a:r>
              <a:rPr lang="ja-JP" altLang="en-US" dirty="0"/>
              <a:t>）」の区間でも、代表する</a:t>
            </a:r>
            <a:r>
              <a:rPr lang="en-US" altLang="ja-JP" dirty="0"/>
              <a:t>3</a:t>
            </a:r>
            <a:r>
              <a:rPr lang="ja-JP" altLang="en-US" dirty="0"/>
              <a:t>点（</a:t>
            </a:r>
            <a:r>
              <a:rPr lang="en-US" altLang="ja-JP" dirty="0"/>
              <a:t>0, 2, 4</a:t>
            </a:r>
            <a:r>
              <a:rPr lang="ja-JP" altLang="en-US" dirty="0"/>
              <a:t>）で</a:t>
            </a:r>
            <a:r>
              <a:rPr lang="en-US" altLang="ja-JP" dirty="0"/>
              <a:t>ILP</a:t>
            </a:r>
            <a:r>
              <a:rPr lang="ja-JP" altLang="en-US" dirty="0"/>
              <a:t>を解きます。このとき、</a:t>
            </a:r>
            <a:r>
              <a:rPr lang="ja-JP" altLang="en-US" b="1" dirty="0"/>
              <a:t>重要な点</a:t>
            </a:r>
            <a:r>
              <a:rPr lang="ja-JP" altLang="en-US" dirty="0"/>
              <a:t>として、</a:t>
            </a:r>
            <a:r>
              <a:rPr lang="en-US" altLang="ja-JP" dirty="0"/>
              <a:t>『</a:t>
            </a:r>
            <a:r>
              <a:rPr lang="ja-JP" altLang="en-US" dirty="0"/>
              <a:t>親ノード（</a:t>
            </a:r>
            <a:r>
              <a:rPr lang="en-US" altLang="ja-JP" dirty="0"/>
              <a:t>0, 4, 8</a:t>
            </a:r>
            <a:r>
              <a:rPr lang="ja-JP" altLang="en-US" dirty="0"/>
              <a:t>）の解と矛盾しないように</a:t>
            </a:r>
            <a:r>
              <a:rPr lang="en-US" altLang="ja-JP" dirty="0"/>
              <a:t>』</a:t>
            </a:r>
            <a:r>
              <a:rPr lang="ja-JP" altLang="en-US" dirty="0"/>
              <a:t>という制約を追加します 。具体的には、「時刻</a:t>
            </a:r>
            <a:r>
              <a:rPr lang="en-US" altLang="ja-JP" dirty="0"/>
              <a:t>0</a:t>
            </a:r>
            <a:r>
              <a:rPr lang="ja-JP" altLang="en-US" dirty="0"/>
              <a:t>と時刻</a:t>
            </a:r>
            <a:r>
              <a:rPr lang="en-US" altLang="ja-JP" dirty="0"/>
              <a:t>4</a:t>
            </a:r>
            <a:r>
              <a:rPr lang="ja-JP" altLang="en-US" dirty="0"/>
              <a:t>の</a:t>
            </a:r>
            <a:r>
              <a:rPr lang="en-US" altLang="ja-JP" dirty="0"/>
              <a:t>MV</a:t>
            </a:r>
            <a:r>
              <a:rPr lang="ja-JP" altLang="en-US" dirty="0"/>
              <a:t>は、親ノードで選ばれたものと一致させる」といった制約です。</a:t>
            </a:r>
          </a:p>
          <a:p>
            <a:r>
              <a:rPr lang="ja-JP" altLang="en-US" dirty="0"/>
              <a:t>「後半（</a:t>
            </a:r>
            <a:r>
              <a:rPr lang="en-US" altLang="ja-JP" dirty="0"/>
              <a:t>4〜8</a:t>
            </a:r>
            <a:r>
              <a:rPr lang="ja-JP" altLang="en-US" dirty="0"/>
              <a:t>）」の区間（</a:t>
            </a:r>
            <a:r>
              <a:rPr lang="en-US" altLang="ja-JP" dirty="0"/>
              <a:t>4, 6, 8</a:t>
            </a:r>
            <a:r>
              <a:rPr lang="ja-JP" altLang="en-US" dirty="0"/>
              <a:t>）でも同様に、親ノード（時刻</a:t>
            </a:r>
            <a:r>
              <a:rPr lang="en-US" altLang="ja-JP" dirty="0"/>
              <a:t>4</a:t>
            </a:r>
            <a:r>
              <a:rPr lang="ja-JP" altLang="en-US" dirty="0"/>
              <a:t>と</a:t>
            </a:r>
            <a:r>
              <a:rPr lang="en-US" altLang="ja-JP" dirty="0"/>
              <a:t>8</a:t>
            </a:r>
            <a:r>
              <a:rPr lang="ja-JP" altLang="en-US" dirty="0"/>
              <a:t>）の解を引き継ぐ制約付きで</a:t>
            </a:r>
            <a:r>
              <a:rPr lang="en-US" altLang="ja-JP" dirty="0"/>
              <a:t>ILP</a:t>
            </a:r>
            <a:r>
              <a:rPr lang="ja-JP" altLang="en-US" dirty="0"/>
              <a:t>を解きます。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63CCD-8482-DF60-557C-A9096DD87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3F596E-6BCB-4911-8D41-390997CDDDCA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 panose="020F0502020204030204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 panose="020F0502020204030204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336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各クエリプランやマイグレーションプランのコスト推定については、</a:t>
            </a:r>
            <a:r>
              <a:rPr lang="en-US" altLang="ja-JP" dirty="0"/>
              <a:t>PostgreSQL</a:t>
            </a:r>
            <a:r>
              <a:rPr lang="ja-JP" altLang="en-US" dirty="0"/>
              <a:t>が標準で提供している「</a:t>
            </a:r>
            <a:r>
              <a:rPr lang="en-US" altLang="ja-JP" dirty="0"/>
              <a:t>EXPLAIN</a:t>
            </a:r>
            <a:r>
              <a:rPr lang="ja-JP" altLang="en-US" dirty="0"/>
              <a:t>」コマンド を利用し、実際の実行計画に基づいた推定コストを取得します 。</a:t>
            </a:r>
            <a:endParaRPr lang="en-US" altLang="ja-JP" dirty="0"/>
          </a:p>
          <a:p>
            <a:r>
              <a:rPr lang="en-US" altLang="ja-JP" dirty="0"/>
              <a:t>ILP</a:t>
            </a:r>
            <a:r>
              <a:rPr lang="ja-JP" altLang="en-US" dirty="0"/>
              <a:t>を用いた最適化 については、プルーニングによって削減された実体化ビュー候補と、</a:t>
            </a:r>
            <a:r>
              <a:rPr lang="en-US" altLang="ja-JP" dirty="0"/>
              <a:t>EXPLAIN</a:t>
            </a:r>
            <a:r>
              <a:rPr lang="ja-JP" altLang="en-US" dirty="0"/>
              <a:t>で取得したコスト情報をインプットとして最適解を計算します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90854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現在の進捗状況です。 スライドに示すように、小規模な実験環境（「朝」と「夜」の</a:t>
            </a:r>
            <a:r>
              <a:rPr lang="en-US" altLang="ja-JP" dirty="0"/>
              <a:t>2</a:t>
            </a:r>
            <a:r>
              <a:rPr lang="ja-JP" altLang="en-US" dirty="0"/>
              <a:t>つのタイムステップ）において、ワークロード実行コストのみを考慮した最適化（つまり、マイグレーションコストを無視した場合の各時刻の最適スキーマの算出）を行いました 。 また、「朝」のスキーマ から「夜」のスキーマ へ移行する際のマイグレーションプラン（スライド下部の</a:t>
            </a:r>
            <a:r>
              <a:rPr lang="en-US" altLang="ja-JP" dirty="0"/>
              <a:t>CREATE MATERIALIZED VIEW</a:t>
            </a:r>
            <a:r>
              <a:rPr lang="ja-JP" altLang="en-US" dirty="0"/>
              <a:t>文 ）を取得する部分も実装を完了しています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2277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現在はまだ実行コストとマイグレーションコストを別々に計算している段階ですので、まずはこれらを統合し、マイグレーションコストを含めた単一の</a:t>
            </a:r>
            <a:r>
              <a:rPr lang="en-US" altLang="ja-JP" dirty="0"/>
              <a:t>ILP</a:t>
            </a:r>
            <a:r>
              <a:rPr lang="ja-JP" altLang="en-US" dirty="0"/>
              <a:t>最適化を実装します 。 </a:t>
            </a:r>
            <a:endParaRPr lang="en-US" altLang="ja-JP" dirty="0"/>
          </a:p>
          <a:p>
            <a:r>
              <a:rPr lang="ja-JP" altLang="en-US" dirty="0"/>
              <a:t>小規模な環境でその動作を確認した後 、次に、プルーニング（枝刈り）のロジックを実装し、タイムステップ数を増やした場合に、どの程度最適化時間を短縮できるか、その効果を検証します 。 最終的には、</a:t>
            </a:r>
            <a:r>
              <a:rPr lang="en-US" altLang="ja-JP" dirty="0"/>
              <a:t>TPC-H</a:t>
            </a:r>
            <a:r>
              <a:rPr lang="ja-JP" altLang="en-US" dirty="0"/>
              <a:t>などの標準的なベンチマークを時刻変化するように拡張し、大規模な実験環境で提案手法の有効性を評価する予定です 。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616FC8-A412-413A-ABB7-2A369A84C802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7588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9B536-8293-4C62-9627-318012B5DF8D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4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ADF2A-2804-4996-8C8C-D76E79C4A0B8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400"/>
            </a:lvl1pPr>
          </a:lstStyle>
          <a:p>
            <a:fld id="{AF28E49E-645C-4D4B-96CB-99819698BAB1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37497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00E37-5866-4262-BCA0-DFF4045EBF5E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6850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0CA50-5DFC-428E-839A-1C724C0B080F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198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8AF73-B4B9-4576-BFFC-89EFA4132FC3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031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0CF7C-1C4D-411B-842B-70484DB2AD28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8214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A7843-589E-471F-B72B-D40254C6A6CC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79490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E83A5-E945-45D5-A988-FDE5EBDF78FB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041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2DA90-CAD4-4750-A59F-EA81FFC71E9E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7161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823CF-B372-4A3F-875D-AE65997807E9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729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C86AE-A760-4782-9E5E-E6E5BE859971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74114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45296-D1F7-43C7-A2C3-34FEDB86B956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851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82CD8A-BB14-42C2-AE92-40FC92F356C6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4769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65EAD-49A0-4934-8814-B75969476819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97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B8121-73AC-464D-9839-1C6386BD8C9D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4532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E240F-9623-48A1-B2D3-D00DA97751E0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61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ja-JP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28B798-BF7E-4C10-A98E-8878527CEDAA}" type="datetime1">
              <a:rPr kumimoji="1" lang="ja-JP" altLang="en-US" smtClean="0"/>
              <a:t>2025/11/6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F28E49E-645C-4D4B-96CB-99819698BAB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0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0.png"/><Relationship Id="rId4" Type="http://schemas.openxmlformats.org/officeDocument/2006/relationships/image" Target="../media/image261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image" Target="../media/image2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FFFD65-A4C7-3EF1-CD5E-FFBDD0174A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時刻変化するワークロードに対するスキーマ最適化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6F86A9C-3514-228A-6067-8DEB3E105E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/>
              <a:t>11/7 B4 </a:t>
            </a:r>
            <a:r>
              <a:rPr kumimoji="1" lang="ja-JP" altLang="en-US" dirty="0"/>
              <a:t>増田莞爾</a:t>
            </a:r>
          </a:p>
        </p:txBody>
      </p:sp>
    </p:spTree>
    <p:extLst>
      <p:ext uri="{BB962C8B-B14F-4D97-AF65-F5344CB8AC3E}">
        <p14:creationId xmlns:p14="http://schemas.microsoft.com/office/powerpoint/2010/main" val="993894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BEDC8AC-093F-0F31-13BA-54B8CCB96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B341A7-CBDC-6F7A-7FC5-17FD6822C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933" y="2067817"/>
            <a:ext cx="9718523" cy="379958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ja-JP" altLang="en-US" sz="2000" dirty="0">
                <a:latin typeface="+mn-ea"/>
              </a:rPr>
              <a:t>従来のスキーマ設計は、ワークロードが静的であると仮定することが多い</a:t>
            </a:r>
            <a:r>
              <a:rPr lang="en-US" altLang="ja-JP" sz="2000" dirty="0">
                <a:latin typeface="+mn-ea"/>
              </a:rPr>
              <a:t>[1][2]</a:t>
            </a:r>
          </a:p>
          <a:p>
            <a:pPr marL="0" indent="0">
              <a:buNone/>
            </a:pPr>
            <a:r>
              <a:rPr lang="ja-JP" altLang="en-US" sz="2000" dirty="0">
                <a:latin typeface="+mn-ea"/>
              </a:rPr>
              <a:t>　　</a:t>
            </a:r>
            <a:r>
              <a:rPr lang="en-US" altLang="ja-JP" sz="2000" dirty="0">
                <a:latin typeface="+mn-ea"/>
              </a:rPr>
              <a:t>- </a:t>
            </a:r>
            <a:r>
              <a:rPr lang="ja-JP" altLang="en-US" sz="2000" dirty="0">
                <a:latin typeface="+mn-ea"/>
              </a:rPr>
              <a:t>スキーマとは、データベース内のテーブルや実体化ビューの集合</a:t>
            </a:r>
            <a:endParaRPr lang="en-US" altLang="ja-JP" sz="2000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ja-JP" sz="2000" dirty="0">
              <a:latin typeface="+mn-ea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ja-JP" altLang="en-US" sz="2000" dirty="0">
                <a:latin typeface="+mn-ea"/>
              </a:rPr>
              <a:t>多くのアプリケーションでは、周期的・進化的など、動的で予測可能なワークロードパターンが見られる</a:t>
            </a:r>
            <a:br>
              <a:rPr lang="ja-JP" altLang="en-US" sz="2000" dirty="0">
                <a:latin typeface="+mn-ea"/>
              </a:rPr>
            </a:br>
            <a:r>
              <a:rPr lang="ja-JP" altLang="en-US" sz="2000" dirty="0">
                <a:latin typeface="+mn-ea"/>
              </a:rPr>
              <a:t>これは、</a:t>
            </a:r>
            <a:r>
              <a:rPr lang="en-US" altLang="ja-JP" sz="2000" dirty="0">
                <a:latin typeface="+mn-ea"/>
              </a:rPr>
              <a:t>IoT</a:t>
            </a:r>
            <a:r>
              <a:rPr lang="ja-JP" altLang="en-US" sz="2000" dirty="0">
                <a:latin typeface="+mn-ea"/>
              </a:rPr>
              <a:t>や科学的分析において、クエリの順序が事前に分かっている場合によく見られる </a:t>
            </a:r>
            <a:r>
              <a:rPr lang="en-US" altLang="ja-JP" sz="2000" dirty="0">
                <a:latin typeface="+mn-ea"/>
              </a:rPr>
              <a:t>[3]</a:t>
            </a:r>
            <a:br>
              <a:rPr lang="ja-JP" altLang="en-US" dirty="0"/>
            </a:br>
            <a:endParaRPr lang="en-US" altLang="ja-JP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166396-5406-D9F1-A226-F9A625B30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679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35B443-09B2-3173-FB0F-6689C28DF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834574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背景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857751A-44A0-9FD8-B640-A0F040227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477" y="1705049"/>
            <a:ext cx="8596668" cy="8345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000" dirty="0"/>
              <a:t>予測可能なワークロードの例 </a:t>
            </a:r>
            <a:r>
              <a:rPr kumimoji="1" lang="en-US" altLang="ja-JP" sz="2000" dirty="0"/>
              <a:t>: </a:t>
            </a:r>
            <a:r>
              <a:rPr kumimoji="1" lang="ja-JP" altLang="en-US" sz="2000" dirty="0"/>
              <a:t>天文データ解析の例</a:t>
            </a:r>
            <a:r>
              <a:rPr lang="ja-JP" altLang="en-US" sz="2000" dirty="0"/>
              <a:t> </a:t>
            </a:r>
            <a:endParaRPr kumimoji="1" lang="en-US" altLang="ja-JP" sz="2000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D9C77AB-A170-1A8E-CB01-9FC4319C0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90663" y="188037"/>
            <a:ext cx="683339" cy="365125"/>
          </a:xfrm>
        </p:spPr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3693EE72-7B19-90EE-A98B-8D3D1557D3CD}"/>
              </a:ext>
            </a:extLst>
          </p:cNvPr>
          <p:cNvSpPr/>
          <p:nvPr/>
        </p:nvSpPr>
        <p:spPr>
          <a:xfrm>
            <a:off x="1240672" y="4735664"/>
            <a:ext cx="8340634" cy="83457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dirty="0">
                <a:solidFill>
                  <a:schemeClr val="tx1"/>
                </a:solidFill>
                <a:latin typeface="+mn-ea"/>
              </a:rPr>
              <a:t>同じデータベースでも時間帯によって検索対象の天体や条件が変わり</a:t>
            </a:r>
            <a:endParaRPr kumimoji="1" lang="en-US" altLang="ja-JP" sz="2000" dirty="0">
              <a:solidFill>
                <a:schemeClr val="tx1"/>
              </a:solidFill>
              <a:latin typeface="+mn-ea"/>
            </a:endParaRPr>
          </a:p>
          <a:p>
            <a:r>
              <a:rPr kumimoji="1" lang="ja-JP" altLang="en-US" sz="2000" dirty="0">
                <a:solidFill>
                  <a:schemeClr val="tx1"/>
                </a:solidFill>
                <a:latin typeface="+mn-ea"/>
              </a:rPr>
              <a:t>実行されるクエリの種類が予測可能に変化する</a:t>
            </a:r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9C252F15-E9E5-4397-3237-086F153954B4}"/>
              </a:ext>
            </a:extLst>
          </p:cNvPr>
          <p:cNvSpPr/>
          <p:nvPr/>
        </p:nvSpPr>
        <p:spPr>
          <a:xfrm>
            <a:off x="5628610" y="3278115"/>
            <a:ext cx="664028" cy="484632"/>
          </a:xfrm>
          <a:prstGeom prst="right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57D1D87-AC5D-776E-9045-3BEE2BA04599}"/>
              </a:ext>
            </a:extLst>
          </p:cNvPr>
          <p:cNvSpPr/>
          <p:nvPr/>
        </p:nvSpPr>
        <p:spPr>
          <a:xfrm>
            <a:off x="294704" y="2442031"/>
            <a:ext cx="5116285" cy="214992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b="1" dirty="0">
                <a:solidFill>
                  <a:srgbClr val="FFC000"/>
                </a:solidFill>
                <a:latin typeface="+mn-ea"/>
              </a:rPr>
              <a:t>日中</a:t>
            </a:r>
            <a:br>
              <a:rPr kumimoji="1" lang="en-US" altLang="ja-JP" sz="2000" dirty="0">
                <a:solidFill>
                  <a:srgbClr val="FFC000"/>
                </a:solidFill>
                <a:latin typeface="+mn-ea"/>
              </a:rPr>
            </a:br>
            <a:r>
              <a:rPr kumimoji="1" lang="ja-JP" altLang="en-US" sz="2000" dirty="0">
                <a:solidFill>
                  <a:srgbClr val="FFC000"/>
                </a:solidFill>
                <a:latin typeface="+mn-ea"/>
              </a:rPr>
              <a:t>利用者</a:t>
            </a:r>
            <a:r>
              <a:rPr kumimoji="1" lang="en-US" altLang="ja-JP" sz="2000" dirty="0">
                <a:solidFill>
                  <a:srgbClr val="FFC000"/>
                </a:solidFill>
                <a:latin typeface="+mn-ea"/>
              </a:rPr>
              <a:t>: </a:t>
            </a:r>
            <a:r>
              <a:rPr kumimoji="1" lang="ja-JP" altLang="en-US" sz="2000" dirty="0">
                <a:solidFill>
                  <a:srgbClr val="FFC000"/>
                </a:solidFill>
                <a:latin typeface="+mn-ea"/>
              </a:rPr>
              <a:t>日本の研究チーム</a:t>
            </a:r>
            <a:endParaRPr kumimoji="1" lang="en-US" altLang="ja-JP" sz="2000" dirty="0">
              <a:solidFill>
                <a:srgbClr val="FFC000"/>
              </a:solidFill>
              <a:latin typeface="+mn-ea"/>
            </a:endParaRPr>
          </a:p>
          <a:p>
            <a:r>
              <a:rPr kumimoji="1" lang="ja-JP" altLang="en-US" sz="2000" dirty="0">
                <a:solidFill>
                  <a:srgbClr val="FFC000"/>
                </a:solidFill>
                <a:latin typeface="+mn-ea"/>
              </a:rPr>
              <a:t>研究テーマ</a:t>
            </a:r>
            <a:r>
              <a:rPr kumimoji="1" lang="en-US" altLang="ja-JP" sz="2000" dirty="0">
                <a:solidFill>
                  <a:srgbClr val="FFC000"/>
                </a:solidFill>
                <a:latin typeface="+mn-ea"/>
              </a:rPr>
              <a:t>: </a:t>
            </a:r>
            <a:r>
              <a:rPr kumimoji="1" lang="ja-JP" altLang="en-US" sz="2000" dirty="0">
                <a:solidFill>
                  <a:srgbClr val="FFC000"/>
                </a:solidFill>
                <a:latin typeface="+mn-ea"/>
              </a:rPr>
              <a:t>天の川銀河内の「恒星」</a:t>
            </a:r>
            <a:endParaRPr kumimoji="1" lang="en-US" altLang="ja-JP" sz="2000" dirty="0">
              <a:solidFill>
                <a:srgbClr val="FFC000"/>
              </a:solidFill>
              <a:latin typeface="+mn-ea"/>
            </a:endParaRPr>
          </a:p>
          <a:p>
            <a:r>
              <a:rPr kumimoji="1" lang="ja-JP" altLang="en-US" sz="2000" dirty="0">
                <a:solidFill>
                  <a:srgbClr val="FFC000"/>
                </a:solidFill>
                <a:latin typeface="+mn-ea"/>
              </a:rPr>
              <a:t>実行されるタスク</a:t>
            </a:r>
            <a:r>
              <a:rPr kumimoji="1" lang="en-US" altLang="ja-JP" sz="2000" dirty="0">
                <a:solidFill>
                  <a:srgbClr val="FFC000"/>
                </a:solidFill>
                <a:latin typeface="+mn-ea"/>
              </a:rPr>
              <a:t>: </a:t>
            </a:r>
            <a:r>
              <a:rPr kumimoji="1" lang="ja-JP" altLang="en-US" sz="2000" dirty="0">
                <a:solidFill>
                  <a:srgbClr val="FFC000"/>
                </a:solidFill>
                <a:latin typeface="+mn-ea"/>
              </a:rPr>
              <a:t>特定の恒星の明るさ変化等</a:t>
            </a:r>
            <a:endParaRPr kumimoji="1" lang="en-US" altLang="ja-JP" sz="2000" dirty="0">
              <a:solidFill>
                <a:srgbClr val="FFC000"/>
              </a:solidFill>
              <a:latin typeface="+mn-ea"/>
            </a:endParaRPr>
          </a:p>
          <a:p>
            <a:r>
              <a:rPr kumimoji="1" lang="ja-JP" altLang="en-US" sz="2000" b="1" dirty="0">
                <a:solidFill>
                  <a:srgbClr val="FFC000"/>
                </a:solidFill>
                <a:latin typeface="+mn-ea"/>
              </a:rPr>
              <a:t>恒星データに特化した検索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FC753938-3A90-216C-0650-6FC1B0275C2F}"/>
              </a:ext>
            </a:extLst>
          </p:cNvPr>
          <p:cNvSpPr/>
          <p:nvPr/>
        </p:nvSpPr>
        <p:spPr>
          <a:xfrm>
            <a:off x="6510260" y="2448906"/>
            <a:ext cx="4844143" cy="2149926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2000" b="1" dirty="0">
                <a:solidFill>
                  <a:srgbClr val="00B0F0"/>
                </a:solidFill>
                <a:latin typeface="+mn-ea"/>
              </a:rPr>
              <a:t>夜間</a:t>
            </a:r>
            <a:br>
              <a:rPr kumimoji="1" lang="en-US" altLang="ja-JP" sz="2000" dirty="0">
                <a:solidFill>
                  <a:srgbClr val="00B0F0"/>
                </a:solidFill>
                <a:latin typeface="+mn-ea"/>
              </a:rPr>
            </a:br>
            <a:r>
              <a:rPr kumimoji="1" lang="ja-JP" altLang="en-US" sz="2000" dirty="0">
                <a:solidFill>
                  <a:srgbClr val="00B0F0"/>
                </a:solidFill>
                <a:latin typeface="+mn-ea"/>
              </a:rPr>
              <a:t>利用者</a:t>
            </a:r>
            <a:r>
              <a:rPr kumimoji="1" lang="en-US" altLang="ja-JP" sz="2000" dirty="0">
                <a:solidFill>
                  <a:srgbClr val="00B0F0"/>
                </a:solidFill>
                <a:latin typeface="+mn-ea"/>
              </a:rPr>
              <a:t>: </a:t>
            </a:r>
            <a:r>
              <a:rPr kumimoji="1" lang="ja-JP" altLang="en-US" sz="2000" dirty="0">
                <a:solidFill>
                  <a:srgbClr val="00B0F0"/>
                </a:solidFill>
                <a:latin typeface="+mn-ea"/>
              </a:rPr>
              <a:t>ヨーロッパの研究チーム</a:t>
            </a:r>
            <a:endParaRPr kumimoji="1" lang="en-US" altLang="ja-JP" sz="2000" dirty="0">
              <a:solidFill>
                <a:srgbClr val="00B0F0"/>
              </a:solidFill>
              <a:latin typeface="+mn-ea"/>
            </a:endParaRPr>
          </a:p>
          <a:p>
            <a:r>
              <a:rPr kumimoji="1" lang="ja-JP" altLang="en-US" sz="2000" dirty="0">
                <a:solidFill>
                  <a:srgbClr val="00B0F0"/>
                </a:solidFill>
                <a:latin typeface="+mn-ea"/>
              </a:rPr>
              <a:t>研究テーマ</a:t>
            </a:r>
            <a:r>
              <a:rPr kumimoji="1" lang="en-US" altLang="ja-JP" sz="2000" dirty="0">
                <a:solidFill>
                  <a:srgbClr val="00B0F0"/>
                </a:solidFill>
                <a:latin typeface="+mn-ea"/>
              </a:rPr>
              <a:t>: </a:t>
            </a:r>
            <a:r>
              <a:rPr kumimoji="1" lang="ja-JP" altLang="en-US" sz="2000" dirty="0">
                <a:solidFill>
                  <a:srgbClr val="00B0F0"/>
                </a:solidFill>
                <a:latin typeface="+mn-ea"/>
              </a:rPr>
              <a:t>遠方の「銀河」</a:t>
            </a:r>
            <a:endParaRPr kumimoji="1" lang="en-US" altLang="ja-JP" sz="2000" dirty="0">
              <a:solidFill>
                <a:srgbClr val="00B0F0"/>
              </a:solidFill>
              <a:latin typeface="+mn-ea"/>
            </a:endParaRPr>
          </a:p>
          <a:p>
            <a:r>
              <a:rPr kumimoji="1" lang="ja-JP" altLang="en-US" sz="2000" dirty="0">
                <a:solidFill>
                  <a:srgbClr val="00B0F0"/>
                </a:solidFill>
                <a:latin typeface="+mn-ea"/>
              </a:rPr>
              <a:t>実行されるタスク</a:t>
            </a:r>
            <a:r>
              <a:rPr kumimoji="1" lang="en-US" altLang="ja-JP" sz="2000" dirty="0">
                <a:solidFill>
                  <a:srgbClr val="00B0F0"/>
                </a:solidFill>
                <a:latin typeface="+mn-ea"/>
              </a:rPr>
              <a:t>: </a:t>
            </a:r>
            <a:r>
              <a:rPr kumimoji="1" lang="ja-JP" altLang="en-US" sz="2000" dirty="0">
                <a:solidFill>
                  <a:srgbClr val="00B0F0"/>
                </a:solidFill>
                <a:latin typeface="+mn-ea"/>
              </a:rPr>
              <a:t>遠方銀河の形状分析等</a:t>
            </a:r>
            <a:endParaRPr kumimoji="1" lang="en-US" altLang="ja-JP" sz="2000" dirty="0">
              <a:solidFill>
                <a:srgbClr val="00B0F0"/>
              </a:solidFill>
              <a:latin typeface="+mn-ea"/>
            </a:endParaRPr>
          </a:p>
          <a:p>
            <a:r>
              <a:rPr kumimoji="1" lang="ja-JP" altLang="en-US" sz="2000" b="1" dirty="0">
                <a:solidFill>
                  <a:srgbClr val="00B0F0"/>
                </a:solidFill>
                <a:latin typeface="+mn-ea"/>
              </a:rPr>
              <a:t>銀河データに特化した検索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D78BB8D9-839E-2969-21F4-6E8CB12B96BD}"/>
              </a:ext>
            </a:extLst>
          </p:cNvPr>
          <p:cNvSpPr/>
          <p:nvPr/>
        </p:nvSpPr>
        <p:spPr>
          <a:xfrm>
            <a:off x="893174" y="5571749"/>
            <a:ext cx="9742169" cy="8499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研究目的：時刻変化するワークロードに対して、時系列スキーマを最適化すること</a:t>
            </a:r>
            <a:endParaRPr kumimoji="1" lang="ja-JP" altLang="en-US" sz="2000" dirty="0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258D23F1-9B2D-DC65-403F-3A2B06641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648" y="661012"/>
            <a:ext cx="4005755" cy="1629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38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598664-3040-129C-5B1B-6B9CBC566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事前知識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515BD8-82C8-860A-9543-F8203B529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64632"/>
          </a:xfrm>
        </p:spPr>
        <p:txBody>
          <a:bodyPr>
            <a:normAutofit/>
          </a:bodyPr>
          <a:lstStyle/>
          <a:p>
            <a:r>
              <a:rPr kumimoji="1" lang="en-US" altLang="ja-JP" sz="2000" dirty="0">
                <a:latin typeface="+mn-ea"/>
              </a:rPr>
              <a:t>PostgreSQL</a:t>
            </a:r>
            <a:r>
              <a:rPr kumimoji="1" lang="ja-JP" altLang="en-US" sz="2000" dirty="0">
                <a:latin typeface="+mn-ea"/>
              </a:rPr>
              <a:t>における</a:t>
            </a:r>
            <a:r>
              <a:rPr kumimoji="1" lang="ja-JP" altLang="en-US" sz="2000" b="1" dirty="0">
                <a:latin typeface="+mn-ea"/>
              </a:rPr>
              <a:t>実体化ビュー</a:t>
            </a:r>
            <a:r>
              <a:rPr kumimoji="1" lang="en-US" altLang="ja-JP" sz="2000" dirty="0">
                <a:latin typeface="+mn-ea"/>
              </a:rPr>
              <a:t>(</a:t>
            </a:r>
            <a:r>
              <a:rPr kumimoji="1" lang="en-US" altLang="ja-JP" sz="2000" b="1" dirty="0">
                <a:latin typeface="+mn-ea"/>
              </a:rPr>
              <a:t>Materialized View</a:t>
            </a:r>
            <a:r>
              <a:rPr kumimoji="1" lang="en-US" altLang="ja-JP" sz="2000" dirty="0">
                <a:latin typeface="+mn-ea"/>
              </a:rPr>
              <a:t>)</a:t>
            </a:r>
          </a:p>
          <a:p>
            <a:pPr>
              <a:buFontTx/>
              <a:buChar char="-"/>
            </a:pPr>
            <a:r>
              <a:rPr lang="ja-JP" altLang="en-US" sz="2000" dirty="0">
                <a:latin typeface="+mn-ea"/>
              </a:rPr>
              <a:t>クエリの結果をデータとして物理的に保存する特殊なテーブル</a:t>
            </a:r>
            <a:endParaRPr lang="en-US" altLang="ja-JP" sz="2000" dirty="0">
              <a:latin typeface="+mn-ea"/>
            </a:endParaRPr>
          </a:p>
          <a:p>
            <a:pPr>
              <a:buFontTx/>
              <a:buChar char="-"/>
            </a:pPr>
            <a:r>
              <a:rPr lang="ja-JP" altLang="en-US" sz="2000" dirty="0">
                <a:latin typeface="+mn-ea"/>
              </a:rPr>
              <a:t>複雑な集計やテーブル結合など、時間のかかるクエリを事前に実行しておける</a:t>
            </a:r>
            <a:endParaRPr lang="en-US" altLang="ja-JP" sz="2000" dirty="0">
              <a:latin typeface="+mn-ea"/>
            </a:endParaRPr>
          </a:p>
          <a:p>
            <a:pPr>
              <a:buFontTx/>
              <a:buChar char="-"/>
            </a:pPr>
            <a:r>
              <a:rPr lang="ja-JP" altLang="en-US" sz="2000" dirty="0">
                <a:latin typeface="+mn-ea"/>
              </a:rPr>
              <a:t>参照時は計算済みの結果を返すだけなので高速</a:t>
            </a:r>
            <a:endParaRPr lang="en-US" altLang="ja-JP" sz="2000" dirty="0">
              <a:latin typeface="+mn-ea"/>
            </a:endParaRPr>
          </a:p>
          <a:p>
            <a:pPr>
              <a:buFontTx/>
              <a:buChar char="-"/>
            </a:pPr>
            <a:endParaRPr lang="en-US" altLang="ja-JP" sz="1800" dirty="0"/>
          </a:p>
          <a:p>
            <a:pPr marL="0" indent="0">
              <a:buNone/>
            </a:pPr>
            <a:endParaRPr lang="en-US" altLang="ja-JP" sz="1800" dirty="0"/>
          </a:p>
          <a:p>
            <a:pPr>
              <a:buFontTx/>
              <a:buChar char="-"/>
            </a:pPr>
            <a:endParaRPr kumimoji="1" lang="ja-JP" altLang="en-US" sz="1800" dirty="0"/>
          </a:p>
        </p:txBody>
      </p:sp>
      <p:sp>
        <p:nvSpPr>
          <p:cNvPr id="7" name="正方形/長方形 28">
            <a:extLst>
              <a:ext uri="{FF2B5EF4-FFF2-40B4-BE49-F238E27FC236}">
                <a16:creationId xmlns:a16="http://schemas.microsoft.com/office/drawing/2014/main" id="{ECE3551B-EF51-495A-3024-BEECC95DABF4}"/>
              </a:ext>
            </a:extLst>
          </p:cNvPr>
          <p:cNvSpPr/>
          <p:nvPr/>
        </p:nvSpPr>
        <p:spPr>
          <a:xfrm>
            <a:off x="2776225" y="4510518"/>
            <a:ext cx="5492064" cy="14746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SELECT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user.</a:t>
            </a:r>
            <a:r>
              <a:rPr lang="en-US" altLang="ja-JP" b="1" dirty="0">
                <a:solidFill>
                  <a:prstClr val="white"/>
                </a:solidFill>
                <a:latin typeface="Segoe UI"/>
                <a:ea typeface="メイリオ"/>
              </a:rPr>
              <a:t>name</a:t>
            </a:r>
            <a:b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</a:b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FROM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user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JOIN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orders 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ON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user.id = </a:t>
            </a:r>
            <a:r>
              <a:rPr kumimoji="1" lang="en-US" altLang="ja-JP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orders.user_id</a:t>
            </a:r>
            <a:endParaRPr kumimoji="1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WHERE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lang="en-US" altLang="ja-JP" b="1" dirty="0" err="1">
                <a:solidFill>
                  <a:schemeClr val="bg1"/>
                </a:solidFill>
                <a:latin typeface="Segoe UI"/>
                <a:ea typeface="メイリオ"/>
              </a:rPr>
              <a:t>user.age</a:t>
            </a:r>
            <a:r>
              <a:rPr lang="en-US" altLang="ja-JP" b="1" dirty="0">
                <a:solidFill>
                  <a:schemeClr val="bg1"/>
                </a:solidFill>
                <a:latin typeface="Segoe UI"/>
                <a:ea typeface="メイリオ"/>
              </a:rPr>
              <a:t> &gt; 25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lang="en-US" altLang="ja-JP" b="1" dirty="0">
                <a:solidFill>
                  <a:schemeClr val="tx2">
                    <a:lumMod val="25000"/>
                    <a:lumOff val="75000"/>
                  </a:schemeClr>
                </a:solidFill>
                <a:latin typeface="Segoe UI"/>
                <a:ea typeface="メイリオ"/>
              </a:rPr>
              <a:t>AND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orders.quantity</a:t>
            </a:r>
            <a:r>
              <a:rPr lang="en-US" altLang="ja-JP" b="1" dirty="0">
                <a:solidFill>
                  <a:schemeClr val="bg1"/>
                </a:solidFill>
                <a:latin typeface="Segoe UI"/>
                <a:ea typeface="メイリオ"/>
              </a:rPr>
              <a:t> &gt; 2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60FA052-13BD-9425-FFCF-4FF0F84581F4}"/>
              </a:ext>
            </a:extLst>
          </p:cNvPr>
          <p:cNvSpPr txBox="1"/>
          <p:nvPr/>
        </p:nvSpPr>
        <p:spPr>
          <a:xfrm>
            <a:off x="2776225" y="4030022"/>
            <a:ext cx="54920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以下のクエリについての実行プランを考える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D229E6D9-A5D5-0FF2-802C-60A1994AB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421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BC9E2-1283-E5C0-C4A8-59161CFEF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77AE21-87D2-4DD3-BE05-1BB59D7E2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事前知識</a:t>
            </a:r>
          </a:p>
        </p:txBody>
      </p:sp>
      <p:sp>
        <p:nvSpPr>
          <p:cNvPr id="4" name="正方形/長方形 28">
            <a:extLst>
              <a:ext uri="{FF2B5EF4-FFF2-40B4-BE49-F238E27FC236}">
                <a16:creationId xmlns:a16="http://schemas.microsoft.com/office/drawing/2014/main" id="{094AD6E1-6765-D761-F48C-F18A9A786795}"/>
              </a:ext>
            </a:extLst>
          </p:cNvPr>
          <p:cNvSpPr/>
          <p:nvPr/>
        </p:nvSpPr>
        <p:spPr>
          <a:xfrm>
            <a:off x="152770" y="1593148"/>
            <a:ext cx="5492064" cy="14746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SELECT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user.</a:t>
            </a:r>
            <a:r>
              <a:rPr lang="en-US" altLang="ja-JP" b="1" dirty="0">
                <a:solidFill>
                  <a:prstClr val="white"/>
                </a:solidFill>
                <a:latin typeface="Segoe UI"/>
                <a:ea typeface="メイリオ"/>
              </a:rPr>
              <a:t>name</a:t>
            </a:r>
            <a:b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</a:b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FROM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user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JOIN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orders 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ON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user.id = </a:t>
            </a:r>
            <a:r>
              <a:rPr kumimoji="1" lang="en-US" altLang="ja-JP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orders.user_id</a:t>
            </a:r>
            <a:endParaRPr kumimoji="1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WHERE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lang="en-US" altLang="ja-JP" b="1" dirty="0" err="1">
                <a:solidFill>
                  <a:schemeClr val="bg1"/>
                </a:solidFill>
                <a:latin typeface="Segoe UI"/>
                <a:ea typeface="メイリオ"/>
              </a:rPr>
              <a:t>user.age</a:t>
            </a:r>
            <a:r>
              <a:rPr lang="en-US" altLang="ja-JP" b="1" dirty="0">
                <a:solidFill>
                  <a:schemeClr val="bg1"/>
                </a:solidFill>
                <a:latin typeface="Segoe UI"/>
                <a:ea typeface="メイリオ"/>
              </a:rPr>
              <a:t> &gt; 25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lang="en-US" altLang="ja-JP" b="1" dirty="0">
                <a:solidFill>
                  <a:schemeClr val="tx2">
                    <a:lumMod val="25000"/>
                    <a:lumOff val="75000"/>
                  </a:schemeClr>
                </a:solidFill>
                <a:latin typeface="Segoe UI"/>
                <a:ea typeface="メイリオ"/>
              </a:rPr>
              <a:t>AND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orders.quantity</a:t>
            </a:r>
            <a:r>
              <a:rPr lang="en-US" altLang="ja-JP" b="1" dirty="0">
                <a:solidFill>
                  <a:schemeClr val="bg1"/>
                </a:solidFill>
                <a:latin typeface="Segoe UI"/>
                <a:ea typeface="メイリオ"/>
              </a:rPr>
              <a:t> &gt; 2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DEF338D1-1AC0-7EB3-4421-38E0986F9077}"/>
                  </a:ext>
                </a:extLst>
              </p:cNvPr>
              <p:cNvSpPr txBox="1"/>
              <p:nvPr/>
            </p:nvSpPr>
            <p:spPr>
              <a:xfrm>
                <a:off x="7091082" y="1506022"/>
                <a:ext cx="249745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l-GR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𝑢𝑠𝑒𝑟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DEF338D1-1AC0-7EB3-4421-38E0986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082" y="1506022"/>
                <a:ext cx="249745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6102EB8-8B7A-E387-2681-2A4207464AEB}"/>
              </a:ext>
            </a:extLst>
          </p:cNvPr>
          <p:cNvCxnSpPr>
            <a:cxnSpLocks/>
          </p:cNvCxnSpPr>
          <p:nvPr/>
        </p:nvCxnSpPr>
        <p:spPr>
          <a:xfrm>
            <a:off x="8213272" y="1991441"/>
            <a:ext cx="0" cy="698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フローチャート: 照合 15">
            <a:extLst>
              <a:ext uri="{FF2B5EF4-FFF2-40B4-BE49-F238E27FC236}">
                <a16:creationId xmlns:a16="http://schemas.microsoft.com/office/drawing/2014/main" id="{8F283C36-7F84-2BA4-5BF2-3CD6C47119A9}"/>
              </a:ext>
            </a:extLst>
          </p:cNvPr>
          <p:cNvSpPr/>
          <p:nvPr/>
        </p:nvSpPr>
        <p:spPr>
          <a:xfrm rot="5400000">
            <a:off x="8054264" y="2732751"/>
            <a:ext cx="318014" cy="457199"/>
          </a:xfrm>
          <a:prstGeom prst="flowChartCol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98D6DB9-9D40-95C5-A761-A964F4E7A72A}"/>
                  </a:ext>
                </a:extLst>
              </p:cNvPr>
              <p:cNvSpPr txBox="1"/>
              <p:nvPr/>
            </p:nvSpPr>
            <p:spPr>
              <a:xfrm>
                <a:off x="8294914" y="3120358"/>
                <a:ext cx="25872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ser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orders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user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98D6DB9-9D40-95C5-A761-A964F4E7A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914" y="3120358"/>
                <a:ext cx="2587247" cy="276999"/>
              </a:xfrm>
              <a:prstGeom prst="rect">
                <a:avLst/>
              </a:prstGeom>
              <a:blipFill>
                <a:blip r:embed="rId4"/>
                <a:stretch>
                  <a:fillRect l="-708" r="-1887" b="-1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191CB523-A723-A464-653A-5E837441CA40}"/>
              </a:ext>
            </a:extLst>
          </p:cNvPr>
          <p:cNvCxnSpPr>
            <a:cxnSpLocks/>
          </p:cNvCxnSpPr>
          <p:nvPr/>
        </p:nvCxnSpPr>
        <p:spPr>
          <a:xfrm flipH="1">
            <a:off x="7425308" y="3476087"/>
            <a:ext cx="559363" cy="640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4879E8F1-31E8-3BF5-0072-B8B41CF61982}"/>
              </a:ext>
            </a:extLst>
          </p:cNvPr>
          <p:cNvCxnSpPr>
            <a:cxnSpLocks/>
          </p:cNvCxnSpPr>
          <p:nvPr/>
        </p:nvCxnSpPr>
        <p:spPr>
          <a:xfrm>
            <a:off x="8534399" y="3468114"/>
            <a:ext cx="609602" cy="594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47B2994-6129-1A6F-D6EC-8CFAC8F4DBA4}"/>
                  </a:ext>
                </a:extLst>
              </p:cNvPr>
              <p:cNvSpPr txBox="1"/>
              <p:nvPr/>
            </p:nvSpPr>
            <p:spPr>
              <a:xfrm>
                <a:off x="6605044" y="4265683"/>
                <a:ext cx="1102994" cy="39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&gt;25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47B2994-6129-1A6F-D6EC-8CFAC8F4D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044" y="4265683"/>
                <a:ext cx="1102994" cy="399405"/>
              </a:xfrm>
              <a:prstGeom prst="rect">
                <a:avLst/>
              </a:prstGeom>
              <a:blipFill>
                <a:blip r:embed="rId5"/>
                <a:stretch>
                  <a:fillRect l="-2778" r="-1667" b="-2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F051A4A-72B2-52A0-059D-BDA7AD321FC9}"/>
                  </a:ext>
                </a:extLst>
              </p:cNvPr>
              <p:cNvSpPr txBox="1"/>
              <p:nvPr/>
            </p:nvSpPr>
            <p:spPr>
              <a:xfrm>
                <a:off x="8969828" y="4265683"/>
                <a:ext cx="1547283" cy="3985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𝑞𝑢𝑎𝑛𝑡𝑖𝑡𝑦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&gt;2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BF051A4A-72B2-52A0-059D-BDA7AD321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828" y="4265683"/>
                <a:ext cx="1547283" cy="398507"/>
              </a:xfrm>
              <a:prstGeom prst="rect">
                <a:avLst/>
              </a:prstGeom>
              <a:blipFill>
                <a:blip r:embed="rId6"/>
                <a:stretch>
                  <a:fillRect l="-1575" r="-394" b="-24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18A31CE-2B94-0E3F-9D4B-0C6F54DFAE99}"/>
              </a:ext>
            </a:extLst>
          </p:cNvPr>
          <p:cNvCxnSpPr>
            <a:cxnSpLocks/>
          </p:cNvCxnSpPr>
          <p:nvPr/>
        </p:nvCxnSpPr>
        <p:spPr>
          <a:xfrm>
            <a:off x="7091082" y="4829210"/>
            <a:ext cx="0" cy="4354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AB664312-143C-014B-620F-A7C9C9F1BCB2}"/>
              </a:ext>
            </a:extLst>
          </p:cNvPr>
          <p:cNvCxnSpPr>
            <a:cxnSpLocks/>
          </p:cNvCxnSpPr>
          <p:nvPr/>
        </p:nvCxnSpPr>
        <p:spPr>
          <a:xfrm>
            <a:off x="9715293" y="4807438"/>
            <a:ext cx="0" cy="4354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58202461-DDB3-880C-B320-C67B238FD151}"/>
                  </a:ext>
                </a:extLst>
              </p:cNvPr>
              <p:cNvSpPr txBox="1"/>
              <p:nvPr/>
            </p:nvSpPr>
            <p:spPr>
              <a:xfrm>
                <a:off x="6756855" y="5428761"/>
                <a:ext cx="6684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user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58202461-DDB3-880C-B320-C67B238FD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855" y="5428761"/>
                <a:ext cx="668453" cy="369332"/>
              </a:xfrm>
              <a:prstGeom prst="rect">
                <a:avLst/>
              </a:prstGeom>
              <a:blipFill>
                <a:blip r:embed="rId7"/>
                <a:stretch>
                  <a:fillRect l="-3636" r="-4545" b="-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F01D899-825B-2EC9-2BB5-949C3B3C7278}"/>
                  </a:ext>
                </a:extLst>
              </p:cNvPr>
              <p:cNvSpPr txBox="1"/>
              <p:nvPr/>
            </p:nvSpPr>
            <p:spPr>
              <a:xfrm>
                <a:off x="9235193" y="5394190"/>
                <a:ext cx="96019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orders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BF01D899-825B-2EC9-2BB5-949C3B3C7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5193" y="5394190"/>
                <a:ext cx="960199" cy="369332"/>
              </a:xfrm>
              <a:prstGeom prst="rect">
                <a:avLst/>
              </a:prstGeom>
              <a:blipFill>
                <a:blip r:embed="rId8"/>
                <a:stretch>
                  <a:fillRect l="-6369" r="-7006" b="-1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矢印: 右 39">
            <a:extLst>
              <a:ext uri="{FF2B5EF4-FFF2-40B4-BE49-F238E27FC236}">
                <a16:creationId xmlns:a16="http://schemas.microsoft.com/office/drawing/2014/main" id="{5365556C-F0D5-9B94-16BE-49375D52C1AC}"/>
              </a:ext>
            </a:extLst>
          </p:cNvPr>
          <p:cNvSpPr/>
          <p:nvPr/>
        </p:nvSpPr>
        <p:spPr>
          <a:xfrm>
            <a:off x="5950645" y="1894634"/>
            <a:ext cx="978408" cy="484632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82BC556-553F-5F5F-40C9-462C7A55C342}"/>
              </a:ext>
            </a:extLst>
          </p:cNvPr>
          <p:cNvSpPr txBox="1"/>
          <p:nvPr/>
        </p:nvSpPr>
        <p:spPr>
          <a:xfrm>
            <a:off x="744447" y="3942517"/>
            <a:ext cx="48425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+mn-ea"/>
              </a:rPr>
              <a:t>実体化ビューなしだと</a:t>
            </a:r>
            <a:r>
              <a:rPr kumimoji="1" lang="en-US" altLang="ja-JP" sz="2000" dirty="0">
                <a:latin typeface="+mn-ea"/>
              </a:rPr>
              <a:t>JOIN</a:t>
            </a:r>
            <a:r>
              <a:rPr kumimoji="1" lang="ja-JP" altLang="en-US" sz="2000" dirty="0">
                <a:latin typeface="+mn-ea"/>
              </a:rPr>
              <a:t>を</a:t>
            </a:r>
            <a:endParaRPr kumimoji="1" lang="en-US" altLang="ja-JP" sz="2000" dirty="0">
              <a:latin typeface="+mn-ea"/>
            </a:endParaRPr>
          </a:p>
          <a:p>
            <a:r>
              <a:rPr kumimoji="1" lang="ja-JP" altLang="en-US" sz="2000" dirty="0">
                <a:latin typeface="+mn-ea"/>
              </a:rPr>
              <a:t>含め全ての操作を毎回実行する必要あり</a:t>
            </a:r>
            <a:endParaRPr kumimoji="1" lang="en-US" altLang="ja-JP" sz="2000" dirty="0">
              <a:latin typeface="+mn-ea"/>
            </a:endParaRPr>
          </a:p>
          <a:p>
            <a:r>
              <a:rPr kumimoji="1" lang="ja-JP" altLang="en-US" sz="2000" dirty="0">
                <a:latin typeface="+mn-ea"/>
              </a:rPr>
              <a:t>→　クエリの実行コストは高く</a:t>
            </a:r>
            <a:r>
              <a:rPr kumimoji="1" lang="ja-JP" altLang="en-US" sz="2400" dirty="0">
                <a:solidFill>
                  <a:srgbClr val="00B0F0"/>
                </a:solidFill>
                <a:latin typeface="+mn-ea"/>
              </a:rPr>
              <a:t>低速</a:t>
            </a:r>
            <a:endParaRPr kumimoji="1" lang="ja-JP" altLang="en-US" sz="2000" dirty="0">
              <a:solidFill>
                <a:srgbClr val="00B0F0"/>
              </a:solidFill>
              <a:latin typeface="+mn-ea"/>
            </a:endParaRPr>
          </a:p>
        </p:txBody>
      </p:sp>
      <p:sp>
        <p:nvSpPr>
          <p:cNvPr id="43" name="スライド番号プレースホルダー 42">
            <a:extLst>
              <a:ext uri="{FF2B5EF4-FFF2-40B4-BE49-F238E27FC236}">
                <a16:creationId xmlns:a16="http://schemas.microsoft.com/office/drawing/2014/main" id="{4F276013-F716-A680-03EF-349210925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102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9CAA8-AD81-83FA-E380-B63CD520D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CCB959-D1F1-8640-9AA9-68BA74AC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事前知識</a:t>
            </a:r>
          </a:p>
        </p:txBody>
      </p:sp>
      <p:sp>
        <p:nvSpPr>
          <p:cNvPr id="4" name="正方形/長方形 28">
            <a:extLst>
              <a:ext uri="{FF2B5EF4-FFF2-40B4-BE49-F238E27FC236}">
                <a16:creationId xmlns:a16="http://schemas.microsoft.com/office/drawing/2014/main" id="{EFBC276B-E429-2985-F172-20F38F04A79B}"/>
              </a:ext>
            </a:extLst>
          </p:cNvPr>
          <p:cNvSpPr/>
          <p:nvPr/>
        </p:nvSpPr>
        <p:spPr>
          <a:xfrm>
            <a:off x="152770" y="1593148"/>
            <a:ext cx="5492064" cy="14746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SELECT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user.</a:t>
            </a:r>
            <a:r>
              <a:rPr lang="en-US" altLang="ja-JP" b="1" dirty="0">
                <a:solidFill>
                  <a:prstClr val="white"/>
                </a:solidFill>
                <a:latin typeface="Segoe UI"/>
                <a:ea typeface="メイリオ"/>
              </a:rPr>
              <a:t>name</a:t>
            </a:r>
            <a:b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</a:b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FROM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user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JOIN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orders 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ON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user.id = </a:t>
            </a:r>
            <a:r>
              <a:rPr kumimoji="1" lang="en-US" altLang="ja-JP" sz="18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orders.user_id</a:t>
            </a:r>
            <a:endParaRPr kumimoji="1" lang="en-US" altLang="ja-JP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WHERE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lang="en-US" altLang="ja-JP" b="1" dirty="0" err="1">
                <a:solidFill>
                  <a:schemeClr val="bg1"/>
                </a:solidFill>
                <a:latin typeface="Segoe UI"/>
                <a:ea typeface="メイリオ"/>
              </a:rPr>
              <a:t>user.age</a:t>
            </a:r>
            <a:r>
              <a:rPr lang="en-US" altLang="ja-JP" b="1" dirty="0">
                <a:solidFill>
                  <a:schemeClr val="bg1"/>
                </a:solidFill>
                <a:latin typeface="Segoe UI"/>
                <a:ea typeface="メイリオ"/>
              </a:rPr>
              <a:t> &gt; 25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lang="en-US" altLang="ja-JP" b="1" dirty="0">
                <a:solidFill>
                  <a:schemeClr val="tx2">
                    <a:lumMod val="25000"/>
                    <a:lumOff val="75000"/>
                  </a:schemeClr>
                </a:solidFill>
                <a:latin typeface="Segoe UI"/>
                <a:ea typeface="メイリオ"/>
              </a:rPr>
              <a:t>AND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8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orders.quantity</a:t>
            </a:r>
            <a:r>
              <a:rPr lang="en-US" altLang="ja-JP" b="1" dirty="0">
                <a:solidFill>
                  <a:schemeClr val="bg1"/>
                </a:solidFill>
                <a:latin typeface="Segoe UI"/>
                <a:ea typeface="メイリオ"/>
              </a:rPr>
              <a:t> &gt; 2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4BCBD3FE-9289-8299-459E-96D00844400E}"/>
                  </a:ext>
                </a:extLst>
              </p:cNvPr>
              <p:cNvSpPr txBox="1"/>
              <p:nvPr/>
            </p:nvSpPr>
            <p:spPr>
              <a:xfrm>
                <a:off x="7091082" y="1506022"/>
                <a:ext cx="249745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l-GR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𝑢𝑠𝑒𝑟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4BCBD3FE-9289-8299-459E-96D008444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082" y="1506022"/>
                <a:ext cx="2497455" cy="369332"/>
              </a:xfrm>
              <a:prstGeom prst="rect">
                <a:avLst/>
              </a:prstGeom>
              <a:blipFill>
                <a:blip r:embed="rId3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0F8F16A-9377-F7CD-A3D5-88D89D972DBB}"/>
              </a:ext>
            </a:extLst>
          </p:cNvPr>
          <p:cNvCxnSpPr>
            <a:cxnSpLocks/>
          </p:cNvCxnSpPr>
          <p:nvPr/>
        </p:nvCxnSpPr>
        <p:spPr>
          <a:xfrm>
            <a:off x="8213272" y="1991441"/>
            <a:ext cx="0" cy="698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フローチャート: 照合 15">
            <a:extLst>
              <a:ext uri="{FF2B5EF4-FFF2-40B4-BE49-F238E27FC236}">
                <a16:creationId xmlns:a16="http://schemas.microsoft.com/office/drawing/2014/main" id="{894E6712-4302-53F6-7DC6-BD293A043494}"/>
              </a:ext>
            </a:extLst>
          </p:cNvPr>
          <p:cNvSpPr/>
          <p:nvPr/>
        </p:nvSpPr>
        <p:spPr>
          <a:xfrm rot="5400000">
            <a:off x="8054264" y="2732751"/>
            <a:ext cx="318014" cy="457199"/>
          </a:xfrm>
          <a:prstGeom prst="flowChartCol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EA72F43-C9E5-0E29-34A2-E6102BEBAA21}"/>
                  </a:ext>
                </a:extLst>
              </p:cNvPr>
              <p:cNvSpPr txBox="1"/>
              <p:nvPr/>
            </p:nvSpPr>
            <p:spPr>
              <a:xfrm>
                <a:off x="8294914" y="3120358"/>
                <a:ext cx="25872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ser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orders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user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BEA72F43-C9E5-0E29-34A2-E6102BEBA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4914" y="3120358"/>
                <a:ext cx="2587247" cy="276999"/>
              </a:xfrm>
              <a:prstGeom prst="rect">
                <a:avLst/>
              </a:prstGeom>
              <a:blipFill>
                <a:blip r:embed="rId4"/>
                <a:stretch>
                  <a:fillRect l="-708" r="-1887" b="-1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C11BD08B-6944-DF4B-65AC-64ED06EC80E0}"/>
              </a:ext>
            </a:extLst>
          </p:cNvPr>
          <p:cNvCxnSpPr>
            <a:cxnSpLocks/>
          </p:cNvCxnSpPr>
          <p:nvPr/>
        </p:nvCxnSpPr>
        <p:spPr>
          <a:xfrm flipH="1">
            <a:off x="7425308" y="3476087"/>
            <a:ext cx="559363" cy="640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8083A29-9840-F4CC-39DA-4D30D9FE1129}"/>
              </a:ext>
            </a:extLst>
          </p:cNvPr>
          <p:cNvCxnSpPr>
            <a:cxnSpLocks/>
          </p:cNvCxnSpPr>
          <p:nvPr/>
        </p:nvCxnSpPr>
        <p:spPr>
          <a:xfrm>
            <a:off x="8534399" y="3468114"/>
            <a:ext cx="609602" cy="594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79057CF-37D7-139C-B9F1-1CDFEFD18F71}"/>
                  </a:ext>
                </a:extLst>
              </p:cNvPr>
              <p:cNvSpPr txBox="1"/>
              <p:nvPr/>
            </p:nvSpPr>
            <p:spPr>
              <a:xfrm>
                <a:off x="6605044" y="4265683"/>
                <a:ext cx="1102994" cy="39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&gt;25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779057CF-37D7-139C-B9F1-1CDFEFD18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5044" y="4265683"/>
                <a:ext cx="1102994" cy="399405"/>
              </a:xfrm>
              <a:prstGeom prst="rect">
                <a:avLst/>
              </a:prstGeom>
              <a:blipFill>
                <a:blip r:embed="rId5"/>
                <a:stretch>
                  <a:fillRect l="-2778" r="-1667" b="-2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9F468384-8FD7-2C82-A430-B056D19023B2}"/>
                  </a:ext>
                </a:extLst>
              </p:cNvPr>
              <p:cNvSpPr txBox="1"/>
              <p:nvPr/>
            </p:nvSpPr>
            <p:spPr>
              <a:xfrm>
                <a:off x="8969828" y="4265683"/>
                <a:ext cx="1547283" cy="3985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𝑞𝑢𝑎𝑛𝑡𝑖𝑡𝑦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&gt;2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9F468384-8FD7-2C82-A430-B056D1902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828" y="4265683"/>
                <a:ext cx="1547283" cy="398507"/>
              </a:xfrm>
              <a:prstGeom prst="rect">
                <a:avLst/>
              </a:prstGeom>
              <a:blipFill>
                <a:blip r:embed="rId6"/>
                <a:stretch>
                  <a:fillRect l="-1575" r="-394" b="-24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B0FF2D8B-8571-83C7-F7AA-9AD5B0F3756A}"/>
              </a:ext>
            </a:extLst>
          </p:cNvPr>
          <p:cNvCxnSpPr>
            <a:cxnSpLocks/>
          </p:cNvCxnSpPr>
          <p:nvPr/>
        </p:nvCxnSpPr>
        <p:spPr>
          <a:xfrm>
            <a:off x="7091082" y="4829210"/>
            <a:ext cx="0" cy="4354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ACDD197B-0128-DA7B-1834-5C1B72AB117F}"/>
              </a:ext>
            </a:extLst>
          </p:cNvPr>
          <p:cNvCxnSpPr>
            <a:cxnSpLocks/>
          </p:cNvCxnSpPr>
          <p:nvPr/>
        </p:nvCxnSpPr>
        <p:spPr>
          <a:xfrm>
            <a:off x="9715293" y="4807438"/>
            <a:ext cx="0" cy="4354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A89158D-D770-B7FB-99CC-ACBE76867998}"/>
                  </a:ext>
                </a:extLst>
              </p:cNvPr>
              <p:cNvSpPr txBox="1"/>
              <p:nvPr/>
            </p:nvSpPr>
            <p:spPr>
              <a:xfrm>
                <a:off x="6756855" y="5428761"/>
                <a:ext cx="6684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user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CA89158D-D770-B7FB-99CC-ACBE76867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855" y="5428761"/>
                <a:ext cx="668453" cy="369332"/>
              </a:xfrm>
              <a:prstGeom prst="rect">
                <a:avLst/>
              </a:prstGeom>
              <a:blipFill>
                <a:blip r:embed="rId7"/>
                <a:stretch>
                  <a:fillRect l="-3636" r="-4545" b="-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4DBC917-C060-9E24-F38F-97686BAE3C14}"/>
                  </a:ext>
                </a:extLst>
              </p:cNvPr>
              <p:cNvSpPr txBox="1"/>
              <p:nvPr/>
            </p:nvSpPr>
            <p:spPr>
              <a:xfrm>
                <a:off x="9235193" y="5394190"/>
                <a:ext cx="96019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orders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F4DBC917-C060-9E24-F38F-97686BAE3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5193" y="5394190"/>
                <a:ext cx="960199" cy="369332"/>
              </a:xfrm>
              <a:prstGeom prst="rect">
                <a:avLst/>
              </a:prstGeom>
              <a:blipFill>
                <a:blip r:embed="rId8"/>
                <a:stretch>
                  <a:fillRect l="-6369" r="-7006" b="-1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矢印: 右 39">
            <a:extLst>
              <a:ext uri="{FF2B5EF4-FFF2-40B4-BE49-F238E27FC236}">
                <a16:creationId xmlns:a16="http://schemas.microsoft.com/office/drawing/2014/main" id="{9CE9FD88-5F6D-BB03-18F7-9320D5E96F94}"/>
              </a:ext>
            </a:extLst>
          </p:cNvPr>
          <p:cNvSpPr/>
          <p:nvPr/>
        </p:nvSpPr>
        <p:spPr>
          <a:xfrm>
            <a:off x="5950645" y="1894634"/>
            <a:ext cx="978408" cy="484632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71F51968-151E-EF2E-50B1-67C25EEC135C}"/>
              </a:ext>
            </a:extLst>
          </p:cNvPr>
          <p:cNvSpPr txBox="1"/>
          <p:nvPr/>
        </p:nvSpPr>
        <p:spPr>
          <a:xfrm>
            <a:off x="372999" y="4009685"/>
            <a:ext cx="48425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+mn-ea"/>
              </a:rPr>
              <a:t>実体化ビューありだと</a:t>
            </a:r>
            <a:r>
              <a:rPr kumimoji="1" lang="en-US" altLang="ja-JP" sz="2000" dirty="0">
                <a:latin typeface="+mn-ea"/>
              </a:rPr>
              <a:t>JOIN</a:t>
            </a:r>
            <a:r>
              <a:rPr kumimoji="1" lang="ja-JP" altLang="en-US" sz="2000" dirty="0">
                <a:latin typeface="+mn-ea"/>
              </a:rPr>
              <a:t>までの操作は行わなくて良い</a:t>
            </a:r>
            <a:endParaRPr kumimoji="1" lang="en-US" altLang="ja-JP" sz="2000" dirty="0">
              <a:latin typeface="+mn-ea"/>
            </a:endParaRPr>
          </a:p>
          <a:p>
            <a:r>
              <a:rPr kumimoji="1" lang="ja-JP" altLang="en-US" sz="2000" dirty="0">
                <a:latin typeface="+mn-ea"/>
              </a:rPr>
              <a:t>→　クエリの実行コストが下がり</a:t>
            </a:r>
            <a:r>
              <a:rPr kumimoji="1" lang="ja-JP" altLang="en-US" sz="2400" dirty="0">
                <a:solidFill>
                  <a:srgbClr val="FF0000"/>
                </a:solidFill>
                <a:latin typeface="+mn-ea"/>
              </a:rPr>
              <a:t>高速</a:t>
            </a:r>
            <a:endParaRPr kumimoji="1" lang="en-US" altLang="ja-JP" sz="2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142DCAA2-8EA4-FFB0-F372-46387F7AC16A}"/>
              </a:ext>
            </a:extLst>
          </p:cNvPr>
          <p:cNvSpPr/>
          <p:nvPr/>
        </p:nvSpPr>
        <p:spPr>
          <a:xfrm>
            <a:off x="5861736" y="2624370"/>
            <a:ext cx="5492064" cy="370873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DEE00462-FCC4-A2F7-05EF-89DB644D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6</a:t>
            </a:fld>
            <a:endParaRPr kumimoji="1" lang="ja-JP" altLang="en-US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25DEB31-393B-978A-999C-945948A6FBA2}"/>
              </a:ext>
            </a:extLst>
          </p:cNvPr>
          <p:cNvSpPr/>
          <p:nvPr/>
        </p:nvSpPr>
        <p:spPr>
          <a:xfrm>
            <a:off x="4766693" y="3230983"/>
            <a:ext cx="2706322" cy="725196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/>
              <a:t>実体化ビュー</a:t>
            </a:r>
          </a:p>
        </p:txBody>
      </p:sp>
    </p:spTree>
    <p:extLst>
      <p:ext uri="{BB962C8B-B14F-4D97-AF65-F5344CB8AC3E}">
        <p14:creationId xmlns:p14="http://schemas.microsoft.com/office/powerpoint/2010/main" val="242594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76AD30-A745-0138-6037-6EE9F3BF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82" y="386427"/>
            <a:ext cx="8596668" cy="1320800"/>
          </a:xfrm>
        </p:spPr>
        <p:txBody>
          <a:bodyPr/>
          <a:lstStyle/>
          <a:p>
            <a:r>
              <a:rPr kumimoji="1" lang="ja-JP" altLang="en-US" dirty="0"/>
              <a:t>事前知識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223BE3-F9CC-18B2-1B7F-A5003DE50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082" y="1145455"/>
            <a:ext cx="8596668" cy="3880773"/>
          </a:xfrm>
        </p:spPr>
        <p:txBody>
          <a:bodyPr>
            <a:normAutofit/>
          </a:bodyPr>
          <a:lstStyle/>
          <a:p>
            <a:r>
              <a:rPr kumimoji="1" lang="ja-JP" altLang="en-US" sz="2000" b="1" dirty="0">
                <a:latin typeface="+mn-ea"/>
              </a:rPr>
              <a:t>ワークロード実行コスト</a:t>
            </a:r>
            <a:endParaRPr kumimoji="1" lang="en-US" altLang="ja-JP" sz="2000" b="1" dirty="0">
              <a:latin typeface="+mn-ea"/>
            </a:endParaRPr>
          </a:p>
          <a:p>
            <a:pPr lvl="1"/>
            <a:r>
              <a:rPr kumimoji="1" lang="ja-JP" altLang="en-US" sz="2000" dirty="0">
                <a:latin typeface="+mn-ea"/>
              </a:rPr>
              <a:t>ワークロードに含まれるクエリを実行するコスト</a:t>
            </a:r>
            <a:endParaRPr kumimoji="1" lang="en-US" altLang="ja-JP" sz="2000" dirty="0">
              <a:latin typeface="+mn-ea"/>
            </a:endParaRPr>
          </a:p>
          <a:p>
            <a:pPr lvl="1"/>
            <a:r>
              <a:rPr kumimoji="1" lang="ja-JP" altLang="en-US" sz="2000" dirty="0">
                <a:latin typeface="+mn-ea"/>
              </a:rPr>
              <a:t>適切な実体化ビューを利用することで小さくすることが出来る</a:t>
            </a:r>
            <a:endParaRPr lang="en-US" altLang="ja-JP" sz="2000" dirty="0">
              <a:latin typeface="+mn-ea"/>
            </a:endParaRPr>
          </a:p>
          <a:p>
            <a:pPr marL="457200" lvl="1" indent="0">
              <a:buNone/>
            </a:pPr>
            <a:endParaRPr kumimoji="1" lang="en-US" altLang="ja-JP" sz="2000" dirty="0">
              <a:latin typeface="+mn-ea"/>
            </a:endParaRPr>
          </a:p>
          <a:p>
            <a:r>
              <a:rPr kumimoji="1" lang="ja-JP" altLang="en-US" sz="2000" b="1" dirty="0">
                <a:latin typeface="+mn-ea"/>
              </a:rPr>
              <a:t>マイグレーションコスト</a:t>
            </a:r>
            <a:endParaRPr lang="en-US" altLang="ja-JP" sz="2000" b="1" dirty="0">
              <a:latin typeface="+mn-ea"/>
            </a:endParaRPr>
          </a:p>
          <a:p>
            <a:pPr lvl="1"/>
            <a:r>
              <a:rPr kumimoji="1" lang="ja-JP" altLang="en-US" sz="2000" dirty="0">
                <a:latin typeface="+mn-ea"/>
              </a:rPr>
              <a:t>各時刻間で選ばれるスキーマが変わるとき、次の時刻での実体化ビューを作成する必要がある</a:t>
            </a:r>
            <a:r>
              <a:rPr kumimoji="1" lang="en-US" altLang="ja-JP" sz="2000" dirty="0">
                <a:latin typeface="+mn-ea"/>
              </a:rPr>
              <a:t> </a:t>
            </a:r>
          </a:p>
          <a:p>
            <a:pPr lvl="1"/>
            <a:r>
              <a:rPr kumimoji="1" lang="ja-JP" altLang="en-US" sz="2000" dirty="0">
                <a:latin typeface="+mn-ea"/>
              </a:rPr>
              <a:t>このときにかかるコストをマイグレーションコストと呼ぶ</a:t>
            </a:r>
            <a:endParaRPr kumimoji="1" lang="en-US" altLang="ja-JP" sz="2000" dirty="0">
              <a:latin typeface="+mn-ea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737E2E1-E98A-D671-EC6F-DB2BAA0E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4282115E-6DF4-FAB3-7AC2-8938D08A937D}"/>
              </a:ext>
            </a:extLst>
          </p:cNvPr>
          <p:cNvSpPr/>
          <p:nvPr/>
        </p:nvSpPr>
        <p:spPr>
          <a:xfrm>
            <a:off x="2048182" y="4907673"/>
            <a:ext cx="1088571" cy="7946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MV1</a:t>
            </a:r>
            <a:endParaRPr kumimoji="1" lang="ja-JP" altLang="en-US" dirty="0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060280C8-7DEF-CDF9-0E75-0B7A45C4ABD3}"/>
              </a:ext>
            </a:extLst>
          </p:cNvPr>
          <p:cNvSpPr/>
          <p:nvPr/>
        </p:nvSpPr>
        <p:spPr>
          <a:xfrm>
            <a:off x="2777648" y="5860174"/>
            <a:ext cx="1088571" cy="7946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MV3</a:t>
            </a:r>
            <a:endParaRPr kumimoji="1" lang="ja-JP" altLang="en-US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3642E7C8-195C-39BC-3F8F-CDDA9C24FE39}"/>
              </a:ext>
            </a:extLst>
          </p:cNvPr>
          <p:cNvSpPr/>
          <p:nvPr/>
        </p:nvSpPr>
        <p:spPr>
          <a:xfrm>
            <a:off x="1447799" y="5852900"/>
            <a:ext cx="1088571" cy="7946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MV2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9832DC16-C999-45DA-1175-FC7E5E8D8794}"/>
              </a:ext>
            </a:extLst>
          </p:cNvPr>
          <p:cNvSpPr/>
          <p:nvPr/>
        </p:nvSpPr>
        <p:spPr>
          <a:xfrm>
            <a:off x="7489516" y="4913118"/>
            <a:ext cx="1088571" cy="7946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MV2</a:t>
            </a:r>
            <a:endParaRPr kumimoji="1" lang="ja-JP" altLang="en-US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D12872E8-D82E-EC81-EF18-3C1D771424CA}"/>
              </a:ext>
            </a:extLst>
          </p:cNvPr>
          <p:cNvSpPr/>
          <p:nvPr/>
        </p:nvSpPr>
        <p:spPr>
          <a:xfrm>
            <a:off x="6194888" y="4913118"/>
            <a:ext cx="1088571" cy="7946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MV1</a:t>
            </a:r>
            <a:endParaRPr kumimoji="1"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0051D9E-15E4-CB25-5196-784759F49F45}"/>
              </a:ext>
            </a:extLst>
          </p:cNvPr>
          <p:cNvSpPr/>
          <p:nvPr/>
        </p:nvSpPr>
        <p:spPr>
          <a:xfrm>
            <a:off x="7524738" y="5860175"/>
            <a:ext cx="1088571" cy="7946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MV5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9679BB3-1A5F-0C49-2B4D-89A9060FC091}"/>
              </a:ext>
            </a:extLst>
          </p:cNvPr>
          <p:cNvSpPr/>
          <p:nvPr/>
        </p:nvSpPr>
        <p:spPr>
          <a:xfrm>
            <a:off x="6194889" y="5867448"/>
            <a:ext cx="1088571" cy="7946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MV4</a:t>
            </a:r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119A117E-EBC3-8CDC-0AE1-C67EE910AA8A}"/>
              </a:ext>
            </a:extLst>
          </p:cNvPr>
          <p:cNvSpPr/>
          <p:nvPr/>
        </p:nvSpPr>
        <p:spPr>
          <a:xfrm>
            <a:off x="1273629" y="4735286"/>
            <a:ext cx="2754085" cy="20247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A910E3F-EAC3-CF94-C09E-8235080A4AC8}"/>
              </a:ext>
            </a:extLst>
          </p:cNvPr>
          <p:cNvSpPr/>
          <p:nvPr/>
        </p:nvSpPr>
        <p:spPr>
          <a:xfrm>
            <a:off x="5976523" y="4735286"/>
            <a:ext cx="2786479" cy="202474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0A15A9BE-734D-28EA-AD60-C7688F5C0510}"/>
              </a:ext>
            </a:extLst>
          </p:cNvPr>
          <p:cNvSpPr/>
          <p:nvPr/>
        </p:nvSpPr>
        <p:spPr>
          <a:xfrm>
            <a:off x="4214484" y="5702330"/>
            <a:ext cx="1555981" cy="190499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5FBDF90-B2D1-4DB7-A922-F53B4CE1E4E1}"/>
              </a:ext>
            </a:extLst>
          </p:cNvPr>
          <p:cNvSpPr txBox="1"/>
          <p:nvPr/>
        </p:nvSpPr>
        <p:spPr>
          <a:xfrm>
            <a:off x="3986456" y="531717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マイグレーション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2CC8505-1542-6B03-981B-9F4193CE0B11}"/>
              </a:ext>
            </a:extLst>
          </p:cNvPr>
          <p:cNvSpPr txBox="1"/>
          <p:nvPr/>
        </p:nvSpPr>
        <p:spPr>
          <a:xfrm>
            <a:off x="1881591" y="4394040"/>
            <a:ext cx="1891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時刻</a:t>
            </a:r>
            <a:r>
              <a:rPr kumimoji="1" lang="en-US" altLang="ja-JP" dirty="0"/>
              <a:t>t</a:t>
            </a:r>
            <a:r>
              <a:rPr kumimoji="1" lang="ja-JP" altLang="en-US" dirty="0"/>
              <a:t>のスキーマ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68F63DD-0135-813D-0597-810AC88DA058}"/>
              </a:ext>
            </a:extLst>
          </p:cNvPr>
          <p:cNvSpPr txBox="1"/>
          <p:nvPr/>
        </p:nvSpPr>
        <p:spPr>
          <a:xfrm>
            <a:off x="6421755" y="4394040"/>
            <a:ext cx="2135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時刻</a:t>
            </a:r>
            <a:r>
              <a:rPr kumimoji="1" lang="en-US" altLang="ja-JP" dirty="0"/>
              <a:t>t+1</a:t>
            </a:r>
            <a:r>
              <a:rPr kumimoji="1" lang="ja-JP" altLang="en-US" dirty="0"/>
              <a:t>のスキーマ</a:t>
            </a:r>
          </a:p>
        </p:txBody>
      </p:sp>
    </p:spTree>
    <p:extLst>
      <p:ext uri="{BB962C8B-B14F-4D97-AF65-F5344CB8AC3E}">
        <p14:creationId xmlns:p14="http://schemas.microsoft.com/office/powerpoint/2010/main" val="211675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73D5A-79DC-C499-FACB-B594C16F7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CB4827-5236-ACE8-6815-7D902EDA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A207A89-1E75-258A-2C08-EB13D1C5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23132"/>
            <a:ext cx="9183848" cy="3880773"/>
          </a:xfrm>
        </p:spPr>
        <p:txBody>
          <a:bodyPr>
            <a:normAutofit/>
          </a:bodyPr>
          <a:lstStyle/>
          <a:p>
            <a:r>
              <a:rPr kumimoji="1" lang="ja-JP" altLang="en-US" sz="2000" dirty="0"/>
              <a:t>時刻変化するワークロードでは、最適なスキーマは時刻に応じて変化する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D30824D-DDF4-81B0-65DC-37E17F8FD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8</a:t>
            </a:fld>
            <a:endParaRPr kumimoji="1" lang="ja-JP" altLang="en-US"/>
          </a:p>
        </p:txBody>
      </p:sp>
      <p:grpSp>
        <p:nvGrpSpPr>
          <p:cNvPr id="180" name="グループ化 179">
            <a:extLst>
              <a:ext uri="{FF2B5EF4-FFF2-40B4-BE49-F238E27FC236}">
                <a16:creationId xmlns:a16="http://schemas.microsoft.com/office/drawing/2014/main" id="{8096477F-5F2F-C64C-D35A-59D1038DB8C6}"/>
              </a:ext>
            </a:extLst>
          </p:cNvPr>
          <p:cNvGrpSpPr/>
          <p:nvPr/>
        </p:nvGrpSpPr>
        <p:grpSpPr>
          <a:xfrm>
            <a:off x="2755794" y="3398907"/>
            <a:ext cx="4866741" cy="1371390"/>
            <a:chOff x="3238246" y="2788353"/>
            <a:chExt cx="4866741" cy="1371390"/>
          </a:xfrm>
        </p:grpSpPr>
        <p:cxnSp>
          <p:nvCxnSpPr>
            <p:cNvPr id="181" name="直線コネクタ 35">
              <a:extLst>
                <a:ext uri="{FF2B5EF4-FFF2-40B4-BE49-F238E27FC236}">
                  <a16:creationId xmlns:a16="http://schemas.microsoft.com/office/drawing/2014/main" id="{0E4F1388-E895-F349-58CD-E4CE1A50A169}"/>
                </a:ext>
              </a:extLst>
            </p:cNvPr>
            <p:cNvCxnSpPr>
              <a:cxnSpLocks/>
              <a:stCxn id="243" idx="2"/>
              <a:endCxn id="201" idx="6"/>
            </p:cNvCxnSpPr>
            <p:nvPr/>
          </p:nvCxnSpPr>
          <p:spPr>
            <a:xfrm flipH="1">
              <a:off x="4099702" y="3681613"/>
              <a:ext cx="724478" cy="478130"/>
            </a:xfrm>
            <a:prstGeom prst="line">
              <a:avLst/>
            </a:prstGeom>
            <a:ln w="2857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線コネクタ 35">
              <a:extLst>
                <a:ext uri="{FF2B5EF4-FFF2-40B4-BE49-F238E27FC236}">
                  <a16:creationId xmlns:a16="http://schemas.microsoft.com/office/drawing/2014/main" id="{D499ED93-47B6-82A5-DC22-61051229478C}"/>
                </a:ext>
              </a:extLst>
            </p:cNvPr>
            <p:cNvCxnSpPr>
              <a:cxnSpLocks/>
              <a:stCxn id="221" idx="2"/>
              <a:endCxn id="243" idx="6"/>
            </p:cNvCxnSpPr>
            <p:nvPr/>
          </p:nvCxnSpPr>
          <p:spPr>
            <a:xfrm flipH="1" flipV="1">
              <a:off x="4920033" y="3681613"/>
              <a:ext cx="724820" cy="478130"/>
            </a:xfrm>
            <a:prstGeom prst="line">
              <a:avLst/>
            </a:prstGeom>
            <a:ln w="2857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直線コネクタ 35">
              <a:extLst>
                <a:ext uri="{FF2B5EF4-FFF2-40B4-BE49-F238E27FC236}">
                  <a16:creationId xmlns:a16="http://schemas.microsoft.com/office/drawing/2014/main" id="{31FFD3E3-83BD-EC71-9002-C6F293E220CE}"/>
                </a:ext>
              </a:extLst>
            </p:cNvPr>
            <p:cNvCxnSpPr>
              <a:cxnSpLocks/>
              <a:stCxn id="221" idx="6"/>
              <a:endCxn id="223" idx="3"/>
            </p:cNvCxnSpPr>
            <p:nvPr/>
          </p:nvCxnSpPr>
          <p:spPr>
            <a:xfrm flipV="1">
              <a:off x="5740706" y="3264687"/>
              <a:ext cx="731263" cy="895056"/>
            </a:xfrm>
            <a:prstGeom prst="line">
              <a:avLst/>
            </a:prstGeom>
            <a:ln w="2857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直線コネクタ 35">
              <a:extLst>
                <a:ext uri="{FF2B5EF4-FFF2-40B4-BE49-F238E27FC236}">
                  <a16:creationId xmlns:a16="http://schemas.microsoft.com/office/drawing/2014/main" id="{BAC79625-18E2-37ED-A9EC-FFE20F5AB9EB}"/>
                </a:ext>
              </a:extLst>
            </p:cNvPr>
            <p:cNvCxnSpPr>
              <a:cxnSpLocks/>
            </p:cNvCxnSpPr>
            <p:nvPr/>
          </p:nvCxnSpPr>
          <p:spPr>
            <a:xfrm>
              <a:off x="3238246" y="3214092"/>
              <a:ext cx="762108" cy="902392"/>
            </a:xfrm>
            <a:prstGeom prst="line">
              <a:avLst/>
            </a:prstGeom>
            <a:ln w="2857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直線コネクタ 35">
              <a:extLst>
                <a:ext uri="{FF2B5EF4-FFF2-40B4-BE49-F238E27FC236}">
                  <a16:creationId xmlns:a16="http://schemas.microsoft.com/office/drawing/2014/main" id="{62258CDA-CDA7-62F9-68B8-86C7F1E75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62929" y="2804658"/>
              <a:ext cx="722657" cy="435169"/>
            </a:xfrm>
            <a:prstGeom prst="line">
              <a:avLst/>
            </a:prstGeom>
            <a:ln w="2857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直線コネクタ 35">
              <a:extLst>
                <a:ext uri="{FF2B5EF4-FFF2-40B4-BE49-F238E27FC236}">
                  <a16:creationId xmlns:a16="http://schemas.microsoft.com/office/drawing/2014/main" id="{61801C81-524C-6948-D2D7-50BC2DFD0731}"/>
                </a:ext>
              </a:extLst>
            </p:cNvPr>
            <p:cNvCxnSpPr>
              <a:cxnSpLocks/>
              <a:stCxn id="227" idx="5"/>
              <a:endCxn id="237" idx="3"/>
            </p:cNvCxnSpPr>
            <p:nvPr/>
          </p:nvCxnSpPr>
          <p:spPr>
            <a:xfrm flipV="1">
              <a:off x="7344220" y="2788353"/>
              <a:ext cx="760767" cy="7161"/>
            </a:xfrm>
            <a:prstGeom prst="line">
              <a:avLst/>
            </a:prstGeom>
            <a:ln w="28575">
              <a:solidFill>
                <a:schemeClr val="accent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7" name="テキスト ボックス 186">
            <a:extLst>
              <a:ext uri="{FF2B5EF4-FFF2-40B4-BE49-F238E27FC236}">
                <a16:creationId xmlns:a16="http://schemas.microsoft.com/office/drawing/2014/main" id="{2B7A8A1F-996C-CD06-1BEB-74308ED2D4AB}"/>
              </a:ext>
            </a:extLst>
          </p:cNvPr>
          <p:cNvSpPr txBox="1"/>
          <p:nvPr/>
        </p:nvSpPr>
        <p:spPr>
          <a:xfrm>
            <a:off x="1451004" y="5639363"/>
            <a:ext cx="11156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ja-JP" sz="1600" dirty="0">
                <a:solidFill>
                  <a:prstClr val="black"/>
                </a:solidFill>
              </a:rPr>
              <a:t>schema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cxnSp>
        <p:nvCxnSpPr>
          <p:cNvPr id="188" name="直線矢印コネクタ 187">
            <a:extLst>
              <a:ext uri="{FF2B5EF4-FFF2-40B4-BE49-F238E27FC236}">
                <a16:creationId xmlns:a16="http://schemas.microsoft.com/office/drawing/2014/main" id="{5EF57196-D59F-F435-C1A2-4A9052A546EC}"/>
              </a:ext>
            </a:extLst>
          </p:cNvPr>
          <p:cNvCxnSpPr>
            <a:cxnSpLocks/>
          </p:cNvCxnSpPr>
          <p:nvPr/>
        </p:nvCxnSpPr>
        <p:spPr>
          <a:xfrm>
            <a:off x="2330818" y="2987545"/>
            <a:ext cx="612906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テキスト ボックス 188">
            <a:extLst>
              <a:ext uri="{FF2B5EF4-FFF2-40B4-BE49-F238E27FC236}">
                <a16:creationId xmlns:a16="http://schemas.microsoft.com/office/drawing/2014/main" id="{DA59BB3B-A6D2-13EC-617C-25EF100F4D22}"/>
              </a:ext>
            </a:extLst>
          </p:cNvPr>
          <p:cNvSpPr txBox="1"/>
          <p:nvPr/>
        </p:nvSpPr>
        <p:spPr>
          <a:xfrm>
            <a:off x="8107143" y="2588788"/>
            <a:ext cx="117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altLang="ja-JP" dirty="0">
                <a:solidFill>
                  <a:prstClr val="black"/>
                </a:solidFill>
              </a:rPr>
              <a:t>Time</a:t>
            </a:r>
            <a:r>
              <a:rPr lang="ja-JP" altLang="en-US" dirty="0">
                <a:solidFill>
                  <a:prstClr val="black"/>
                </a:solidFill>
              </a:rPr>
              <a:t> </a:t>
            </a:r>
            <a:r>
              <a:rPr lang="en-US" altLang="ja-JP" dirty="0">
                <a:solidFill>
                  <a:prstClr val="black"/>
                </a:solidFill>
              </a:rPr>
              <a:t>step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cxnSp>
        <p:nvCxnSpPr>
          <p:cNvPr id="190" name="直線コネクタ 189">
            <a:extLst>
              <a:ext uri="{FF2B5EF4-FFF2-40B4-BE49-F238E27FC236}">
                <a16:creationId xmlns:a16="http://schemas.microsoft.com/office/drawing/2014/main" id="{99EF1677-2CA6-3057-7C12-C28A53F79F3F}"/>
              </a:ext>
            </a:extLst>
          </p:cNvPr>
          <p:cNvCxnSpPr/>
          <p:nvPr/>
        </p:nvCxnSpPr>
        <p:spPr>
          <a:xfrm>
            <a:off x="2735912" y="2915307"/>
            <a:ext cx="0" cy="151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線コネクタ 190">
            <a:extLst>
              <a:ext uri="{FF2B5EF4-FFF2-40B4-BE49-F238E27FC236}">
                <a16:creationId xmlns:a16="http://schemas.microsoft.com/office/drawing/2014/main" id="{6E5004E7-8A18-A363-75FA-EED606E2BEDE}"/>
              </a:ext>
            </a:extLst>
          </p:cNvPr>
          <p:cNvCxnSpPr/>
          <p:nvPr/>
        </p:nvCxnSpPr>
        <p:spPr>
          <a:xfrm>
            <a:off x="4399189" y="2911162"/>
            <a:ext cx="0" cy="151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線コネクタ 191">
            <a:extLst>
              <a:ext uri="{FF2B5EF4-FFF2-40B4-BE49-F238E27FC236}">
                <a16:creationId xmlns:a16="http://schemas.microsoft.com/office/drawing/2014/main" id="{1FF956AD-D25C-FFA4-FCFC-7602AECE9792}"/>
              </a:ext>
            </a:extLst>
          </p:cNvPr>
          <p:cNvCxnSpPr/>
          <p:nvPr/>
        </p:nvCxnSpPr>
        <p:spPr>
          <a:xfrm>
            <a:off x="3577423" y="2915307"/>
            <a:ext cx="0" cy="151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線矢印コネクタ 192">
            <a:extLst>
              <a:ext uri="{FF2B5EF4-FFF2-40B4-BE49-F238E27FC236}">
                <a16:creationId xmlns:a16="http://schemas.microsoft.com/office/drawing/2014/main" id="{9AD81B0F-185B-8031-EF0B-78F0F9205D82}"/>
              </a:ext>
            </a:extLst>
          </p:cNvPr>
          <p:cNvCxnSpPr>
            <a:cxnSpLocks/>
          </p:cNvCxnSpPr>
          <p:nvPr/>
        </p:nvCxnSpPr>
        <p:spPr>
          <a:xfrm>
            <a:off x="2079817" y="3127316"/>
            <a:ext cx="0" cy="25293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線コネクタ 19">
            <a:extLst>
              <a:ext uri="{FF2B5EF4-FFF2-40B4-BE49-F238E27FC236}">
                <a16:creationId xmlns:a16="http://schemas.microsoft.com/office/drawing/2014/main" id="{29DEAC6A-18CC-C026-4CA3-A26FC937FCF1}"/>
              </a:ext>
            </a:extLst>
          </p:cNvPr>
          <p:cNvCxnSpPr/>
          <p:nvPr/>
        </p:nvCxnSpPr>
        <p:spPr>
          <a:xfrm>
            <a:off x="7662193" y="2915307"/>
            <a:ext cx="0" cy="151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テキスト ボックス 20">
            <a:extLst>
              <a:ext uri="{FF2B5EF4-FFF2-40B4-BE49-F238E27FC236}">
                <a16:creationId xmlns:a16="http://schemas.microsoft.com/office/drawing/2014/main" id="{9334F0DF-CF96-6028-C23E-9F2F8FCD3ED8}"/>
              </a:ext>
            </a:extLst>
          </p:cNvPr>
          <p:cNvSpPr txBox="1"/>
          <p:nvPr/>
        </p:nvSpPr>
        <p:spPr>
          <a:xfrm>
            <a:off x="2589158" y="2552457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0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196" name="テキスト ボックス 21">
            <a:extLst>
              <a:ext uri="{FF2B5EF4-FFF2-40B4-BE49-F238E27FC236}">
                <a16:creationId xmlns:a16="http://schemas.microsoft.com/office/drawing/2014/main" id="{EFB62BE4-19F0-82F0-0700-6833C2D86EF2}"/>
              </a:ext>
            </a:extLst>
          </p:cNvPr>
          <p:cNvSpPr txBox="1"/>
          <p:nvPr/>
        </p:nvSpPr>
        <p:spPr>
          <a:xfrm>
            <a:off x="3427229" y="2552731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1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197" name="テキスト ボックス 22">
            <a:extLst>
              <a:ext uri="{FF2B5EF4-FFF2-40B4-BE49-F238E27FC236}">
                <a16:creationId xmlns:a16="http://schemas.microsoft.com/office/drawing/2014/main" id="{857894D6-35C1-61F9-D94E-AF34C25B970C}"/>
              </a:ext>
            </a:extLst>
          </p:cNvPr>
          <p:cNvSpPr txBox="1"/>
          <p:nvPr/>
        </p:nvSpPr>
        <p:spPr>
          <a:xfrm>
            <a:off x="7524209" y="2554846"/>
            <a:ext cx="30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6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grpSp>
        <p:nvGrpSpPr>
          <p:cNvPr id="198" name="グループ化 197">
            <a:extLst>
              <a:ext uri="{FF2B5EF4-FFF2-40B4-BE49-F238E27FC236}">
                <a16:creationId xmlns:a16="http://schemas.microsoft.com/office/drawing/2014/main" id="{03D3298D-7E67-6717-67D3-73EFAAA69A24}"/>
              </a:ext>
            </a:extLst>
          </p:cNvPr>
          <p:cNvGrpSpPr/>
          <p:nvPr/>
        </p:nvGrpSpPr>
        <p:grpSpPr>
          <a:xfrm>
            <a:off x="3515533" y="3793148"/>
            <a:ext cx="101717" cy="1025238"/>
            <a:chOff x="3997985" y="3182594"/>
            <a:chExt cx="101717" cy="1025238"/>
          </a:xfrm>
        </p:grpSpPr>
        <p:sp>
          <p:nvSpPr>
            <p:cNvPr id="199" name="楕円 24">
              <a:extLst>
                <a:ext uri="{FF2B5EF4-FFF2-40B4-BE49-F238E27FC236}">
                  <a16:creationId xmlns:a16="http://schemas.microsoft.com/office/drawing/2014/main" id="{F9D43D79-F42E-3FB8-25CA-048F49A6C514}"/>
                </a:ext>
              </a:extLst>
            </p:cNvPr>
            <p:cNvSpPr/>
            <p:nvPr/>
          </p:nvSpPr>
          <p:spPr>
            <a:xfrm>
              <a:off x="3997985" y="3182594"/>
              <a:ext cx="95853" cy="961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00" name="楕円 25">
              <a:extLst>
                <a:ext uri="{FF2B5EF4-FFF2-40B4-BE49-F238E27FC236}">
                  <a16:creationId xmlns:a16="http://schemas.microsoft.com/office/drawing/2014/main" id="{0A299317-3D5A-535D-62DE-26D2388C3C25}"/>
                </a:ext>
              </a:extLst>
            </p:cNvPr>
            <p:cNvSpPr/>
            <p:nvPr/>
          </p:nvSpPr>
          <p:spPr>
            <a:xfrm>
              <a:off x="4003849" y="3638004"/>
              <a:ext cx="95853" cy="9617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01" name="楕円 26">
              <a:extLst>
                <a:ext uri="{FF2B5EF4-FFF2-40B4-BE49-F238E27FC236}">
                  <a16:creationId xmlns:a16="http://schemas.microsoft.com/office/drawing/2014/main" id="{0C7BF9BC-03EF-E535-7416-3DED03332A76}"/>
                </a:ext>
              </a:extLst>
            </p:cNvPr>
            <p:cNvSpPr/>
            <p:nvPr/>
          </p:nvSpPr>
          <p:spPr>
            <a:xfrm>
              <a:off x="4003849" y="4111653"/>
              <a:ext cx="95853" cy="9617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</p:grpSp>
      <p:grpSp>
        <p:nvGrpSpPr>
          <p:cNvPr id="202" name="グループ化 201">
            <a:extLst>
              <a:ext uri="{FF2B5EF4-FFF2-40B4-BE49-F238E27FC236}">
                <a16:creationId xmlns:a16="http://schemas.microsoft.com/office/drawing/2014/main" id="{49563AD8-0A4D-DBB4-86C4-CE03AD6CD2FA}"/>
              </a:ext>
            </a:extLst>
          </p:cNvPr>
          <p:cNvGrpSpPr/>
          <p:nvPr/>
        </p:nvGrpSpPr>
        <p:grpSpPr>
          <a:xfrm>
            <a:off x="2765549" y="3330898"/>
            <a:ext cx="4856986" cy="502428"/>
            <a:chOff x="3248001" y="2720344"/>
            <a:chExt cx="4856986" cy="502428"/>
          </a:xfrm>
        </p:grpSpPr>
        <p:cxnSp>
          <p:nvCxnSpPr>
            <p:cNvPr id="203" name="直線コネクタ 35">
              <a:extLst>
                <a:ext uri="{FF2B5EF4-FFF2-40B4-BE49-F238E27FC236}">
                  <a16:creationId xmlns:a16="http://schemas.microsoft.com/office/drawing/2014/main" id="{FD1DEAC4-D083-5C7A-DF56-F8E7022FB1B2}"/>
                </a:ext>
              </a:extLst>
            </p:cNvPr>
            <p:cNvCxnSpPr>
              <a:cxnSpLocks/>
            </p:cNvCxnSpPr>
            <p:nvPr/>
          </p:nvCxnSpPr>
          <p:spPr>
            <a:xfrm>
              <a:off x="3248001" y="3220636"/>
              <a:ext cx="749983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線コネクタ 36">
              <a:extLst>
                <a:ext uri="{FF2B5EF4-FFF2-40B4-BE49-F238E27FC236}">
                  <a16:creationId xmlns:a16="http://schemas.microsoft.com/office/drawing/2014/main" id="{DD1E8BC2-3A2B-5D48-BB32-F6D93BDE94FC}"/>
                </a:ext>
              </a:extLst>
            </p:cNvPr>
            <p:cNvCxnSpPr>
              <a:cxnSpLocks/>
            </p:cNvCxnSpPr>
            <p:nvPr/>
          </p:nvCxnSpPr>
          <p:spPr>
            <a:xfrm>
              <a:off x="4093838" y="3220636"/>
              <a:ext cx="739242" cy="2136"/>
            </a:xfrm>
            <a:prstGeom prst="line">
              <a:avLst/>
            </a:prstGeom>
            <a:ln w="28575" cap="rnd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直線コネクタ 37">
              <a:extLst>
                <a:ext uri="{FF2B5EF4-FFF2-40B4-BE49-F238E27FC236}">
                  <a16:creationId xmlns:a16="http://schemas.microsoft.com/office/drawing/2014/main" id="{E90AB442-B1EF-618E-6F9B-A09FFE58A6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8933" y="3220635"/>
              <a:ext cx="710055" cy="2137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直線コネクタ 38">
              <a:extLst>
                <a:ext uri="{FF2B5EF4-FFF2-40B4-BE49-F238E27FC236}">
                  <a16:creationId xmlns:a16="http://schemas.microsoft.com/office/drawing/2014/main" id="{C5D47189-F542-D5D0-5923-852F1F2FA752}"/>
                </a:ext>
              </a:extLst>
            </p:cNvPr>
            <p:cNvCxnSpPr>
              <a:cxnSpLocks/>
            </p:cNvCxnSpPr>
            <p:nvPr/>
          </p:nvCxnSpPr>
          <p:spPr>
            <a:xfrm>
              <a:off x="5734841" y="3220635"/>
              <a:ext cx="723092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線コネクタ 39">
              <a:extLst>
                <a:ext uri="{FF2B5EF4-FFF2-40B4-BE49-F238E27FC236}">
                  <a16:creationId xmlns:a16="http://schemas.microsoft.com/office/drawing/2014/main" id="{F5154573-3589-D2D4-84DF-4844EC82D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13799" y="2772013"/>
              <a:ext cx="756544" cy="442256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直線コネクタ 40">
              <a:extLst>
                <a:ext uri="{FF2B5EF4-FFF2-40B4-BE49-F238E27FC236}">
                  <a16:creationId xmlns:a16="http://schemas.microsoft.com/office/drawing/2014/main" id="{73C9CD19-E003-61E3-4233-CB1DA392AE4D}"/>
                </a:ext>
              </a:extLst>
            </p:cNvPr>
            <p:cNvCxnSpPr>
              <a:cxnSpLocks/>
              <a:stCxn id="227" idx="7"/>
              <a:endCxn id="237" idx="1"/>
            </p:cNvCxnSpPr>
            <p:nvPr/>
          </p:nvCxnSpPr>
          <p:spPr>
            <a:xfrm flipV="1">
              <a:off x="7344220" y="2720344"/>
              <a:ext cx="760767" cy="7161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テキスト ボックス 48">
            <a:extLst>
              <a:ext uri="{FF2B5EF4-FFF2-40B4-BE49-F238E27FC236}">
                <a16:creationId xmlns:a16="http://schemas.microsoft.com/office/drawing/2014/main" id="{94AC3DA1-F0FA-3941-44B8-24D8510DC4B3}"/>
              </a:ext>
            </a:extLst>
          </p:cNvPr>
          <p:cNvSpPr txBox="1"/>
          <p:nvPr/>
        </p:nvSpPr>
        <p:spPr>
          <a:xfrm>
            <a:off x="4265301" y="2555313"/>
            <a:ext cx="28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2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cxnSp>
        <p:nvCxnSpPr>
          <p:cNvPr id="210" name="直線コネクタ 49">
            <a:extLst>
              <a:ext uri="{FF2B5EF4-FFF2-40B4-BE49-F238E27FC236}">
                <a16:creationId xmlns:a16="http://schemas.microsoft.com/office/drawing/2014/main" id="{9872C4B6-C36B-2826-43B5-B6312288166C}"/>
              </a:ext>
            </a:extLst>
          </p:cNvPr>
          <p:cNvCxnSpPr>
            <a:cxnSpLocks/>
          </p:cNvCxnSpPr>
          <p:nvPr/>
        </p:nvCxnSpPr>
        <p:spPr>
          <a:xfrm>
            <a:off x="2015219" y="3363629"/>
            <a:ext cx="1283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線コネクタ 50">
            <a:extLst>
              <a:ext uri="{FF2B5EF4-FFF2-40B4-BE49-F238E27FC236}">
                <a16:creationId xmlns:a16="http://schemas.microsoft.com/office/drawing/2014/main" id="{B9CBDE60-7668-C21C-FE5C-B574D25711B1}"/>
              </a:ext>
            </a:extLst>
          </p:cNvPr>
          <p:cNvCxnSpPr>
            <a:cxnSpLocks/>
          </p:cNvCxnSpPr>
          <p:nvPr/>
        </p:nvCxnSpPr>
        <p:spPr>
          <a:xfrm>
            <a:off x="2015026" y="3841433"/>
            <a:ext cx="1283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線コネクタ 51">
            <a:extLst>
              <a:ext uri="{FF2B5EF4-FFF2-40B4-BE49-F238E27FC236}">
                <a16:creationId xmlns:a16="http://schemas.microsoft.com/office/drawing/2014/main" id="{C0FBC697-D335-7237-AC6F-465FB56057E4}"/>
              </a:ext>
            </a:extLst>
          </p:cNvPr>
          <p:cNvCxnSpPr>
            <a:cxnSpLocks/>
          </p:cNvCxnSpPr>
          <p:nvPr/>
        </p:nvCxnSpPr>
        <p:spPr>
          <a:xfrm>
            <a:off x="2015026" y="4318655"/>
            <a:ext cx="12837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3" name="テキスト ボックス 52">
                <a:extLst>
                  <a:ext uri="{FF2B5EF4-FFF2-40B4-BE49-F238E27FC236}">
                    <a16:creationId xmlns:a16="http://schemas.microsoft.com/office/drawing/2014/main" id="{24E58674-13E7-938F-0DC3-84166539757F}"/>
                  </a:ext>
                </a:extLst>
              </p:cNvPr>
              <p:cNvSpPr txBox="1"/>
              <p:nvPr/>
            </p:nvSpPr>
            <p:spPr>
              <a:xfrm>
                <a:off x="1745636" y="3207460"/>
                <a:ext cx="281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mc:Choice>
        <mc:Fallback xmlns="">
          <p:sp>
            <p:nvSpPr>
              <p:cNvPr id="213" name="テキスト ボックス 52">
                <a:extLst>
                  <a:ext uri="{FF2B5EF4-FFF2-40B4-BE49-F238E27FC236}">
                    <a16:creationId xmlns:a16="http://schemas.microsoft.com/office/drawing/2014/main" id="{24E58674-13E7-938F-0DC3-841665397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5636" y="3207460"/>
                <a:ext cx="281551" cy="276999"/>
              </a:xfrm>
              <a:prstGeom prst="rect">
                <a:avLst/>
              </a:prstGeom>
              <a:blipFill>
                <a:blip r:embed="rId3"/>
                <a:stretch>
                  <a:fillRect l="-17021" r="-2128"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テキスト ボックス 53">
                <a:extLst>
                  <a:ext uri="{FF2B5EF4-FFF2-40B4-BE49-F238E27FC236}">
                    <a16:creationId xmlns:a16="http://schemas.microsoft.com/office/drawing/2014/main" id="{FC042450-71CB-5925-C92C-49D4316B2E45}"/>
                  </a:ext>
                </a:extLst>
              </p:cNvPr>
              <p:cNvSpPr txBox="1"/>
              <p:nvPr/>
            </p:nvSpPr>
            <p:spPr>
              <a:xfrm>
                <a:off x="1743756" y="3699922"/>
                <a:ext cx="2762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mc:Choice>
        <mc:Fallback xmlns="">
          <p:sp>
            <p:nvSpPr>
              <p:cNvPr id="214" name="テキスト ボックス 53">
                <a:extLst>
                  <a:ext uri="{FF2B5EF4-FFF2-40B4-BE49-F238E27FC236}">
                    <a16:creationId xmlns:a16="http://schemas.microsoft.com/office/drawing/2014/main" id="{FC042450-71CB-5925-C92C-49D4316B2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756" y="3699922"/>
                <a:ext cx="276229" cy="276999"/>
              </a:xfrm>
              <a:prstGeom prst="rect">
                <a:avLst/>
              </a:prstGeom>
              <a:blipFill>
                <a:blip r:embed="rId4"/>
                <a:stretch>
                  <a:fillRect l="-17778" r="-4444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テキスト ボックス 54">
                <a:extLst>
                  <a:ext uri="{FF2B5EF4-FFF2-40B4-BE49-F238E27FC236}">
                    <a16:creationId xmlns:a16="http://schemas.microsoft.com/office/drawing/2014/main" id="{1747C302-F09F-A9D6-EB25-D518BEB45D4B}"/>
                  </a:ext>
                </a:extLst>
              </p:cNvPr>
              <p:cNvSpPr txBox="1"/>
              <p:nvPr/>
            </p:nvSpPr>
            <p:spPr>
              <a:xfrm>
                <a:off x="1749774" y="4156136"/>
                <a:ext cx="281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mc:Choice>
        <mc:Fallback xmlns="">
          <p:sp>
            <p:nvSpPr>
              <p:cNvPr id="215" name="テキスト ボックス 54">
                <a:extLst>
                  <a:ext uri="{FF2B5EF4-FFF2-40B4-BE49-F238E27FC236}">
                    <a16:creationId xmlns:a16="http://schemas.microsoft.com/office/drawing/2014/main" id="{1747C302-F09F-A9D6-EB25-D518BEB45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9774" y="4156136"/>
                <a:ext cx="281551" cy="276999"/>
              </a:xfrm>
              <a:prstGeom prst="rect">
                <a:avLst/>
              </a:prstGeom>
              <a:blipFill>
                <a:blip r:embed="rId5"/>
                <a:stretch>
                  <a:fillRect l="-17391" r="-4348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6" name="直線コネクタ 6">
            <a:extLst>
              <a:ext uri="{FF2B5EF4-FFF2-40B4-BE49-F238E27FC236}">
                <a16:creationId xmlns:a16="http://schemas.microsoft.com/office/drawing/2014/main" id="{42C25D9D-3A01-8F43-EDC1-7668A781A2EB}"/>
              </a:ext>
            </a:extLst>
          </p:cNvPr>
          <p:cNvCxnSpPr>
            <a:cxnSpLocks/>
          </p:cNvCxnSpPr>
          <p:nvPr/>
        </p:nvCxnSpPr>
        <p:spPr>
          <a:xfrm>
            <a:off x="2008846" y="4763024"/>
            <a:ext cx="128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7" name="テキスト ボックス 7">
                <a:extLst>
                  <a:ext uri="{FF2B5EF4-FFF2-40B4-BE49-F238E27FC236}">
                    <a16:creationId xmlns:a16="http://schemas.microsoft.com/office/drawing/2014/main" id="{AF26F454-2AF5-D873-33A9-FF2CF9642CDA}"/>
                  </a:ext>
                </a:extLst>
              </p:cNvPr>
              <p:cNvSpPr txBox="1"/>
              <p:nvPr/>
            </p:nvSpPr>
            <p:spPr>
              <a:xfrm>
                <a:off x="1741955" y="4617460"/>
                <a:ext cx="281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mc:Choice>
        <mc:Fallback xmlns="">
          <p:sp>
            <p:nvSpPr>
              <p:cNvPr id="217" name="テキスト ボックス 7">
                <a:extLst>
                  <a:ext uri="{FF2B5EF4-FFF2-40B4-BE49-F238E27FC236}">
                    <a16:creationId xmlns:a16="http://schemas.microsoft.com/office/drawing/2014/main" id="{AF26F454-2AF5-D873-33A9-FF2CF9642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955" y="4617460"/>
                <a:ext cx="281551" cy="276999"/>
              </a:xfrm>
              <a:prstGeom prst="rect">
                <a:avLst/>
              </a:prstGeom>
              <a:blipFill>
                <a:blip r:embed="rId6"/>
                <a:stretch>
                  <a:fillRect l="-19565" r="-4348"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8" name="グループ化 217">
            <a:extLst>
              <a:ext uri="{FF2B5EF4-FFF2-40B4-BE49-F238E27FC236}">
                <a16:creationId xmlns:a16="http://schemas.microsoft.com/office/drawing/2014/main" id="{590A220F-3E1A-67B2-0EF6-93521775510F}"/>
              </a:ext>
            </a:extLst>
          </p:cNvPr>
          <p:cNvGrpSpPr/>
          <p:nvPr/>
        </p:nvGrpSpPr>
        <p:grpSpPr>
          <a:xfrm>
            <a:off x="5156536" y="3793147"/>
            <a:ext cx="101718" cy="1025239"/>
            <a:chOff x="5638988" y="3182593"/>
            <a:chExt cx="101718" cy="1025239"/>
          </a:xfrm>
        </p:grpSpPr>
        <p:sp>
          <p:nvSpPr>
            <p:cNvPr id="219" name="楕円 32">
              <a:extLst>
                <a:ext uri="{FF2B5EF4-FFF2-40B4-BE49-F238E27FC236}">
                  <a16:creationId xmlns:a16="http://schemas.microsoft.com/office/drawing/2014/main" id="{4DCFCF35-1884-5A3D-31A0-3DC27DEB506F}"/>
                </a:ext>
              </a:extLst>
            </p:cNvPr>
            <p:cNvSpPr/>
            <p:nvPr/>
          </p:nvSpPr>
          <p:spPr>
            <a:xfrm>
              <a:off x="5644510" y="3637811"/>
              <a:ext cx="95853" cy="961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20" name="楕円 64">
              <a:extLst>
                <a:ext uri="{FF2B5EF4-FFF2-40B4-BE49-F238E27FC236}">
                  <a16:creationId xmlns:a16="http://schemas.microsoft.com/office/drawing/2014/main" id="{9AA7B18D-611E-3C46-A724-C191EA028A62}"/>
                </a:ext>
              </a:extLst>
            </p:cNvPr>
            <p:cNvSpPr/>
            <p:nvPr/>
          </p:nvSpPr>
          <p:spPr>
            <a:xfrm>
              <a:off x="5638988" y="3182593"/>
              <a:ext cx="95853" cy="961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21" name="楕円 66">
              <a:extLst>
                <a:ext uri="{FF2B5EF4-FFF2-40B4-BE49-F238E27FC236}">
                  <a16:creationId xmlns:a16="http://schemas.microsoft.com/office/drawing/2014/main" id="{DBE23FC3-C08E-0ADF-A45D-920901CBE77D}"/>
                </a:ext>
              </a:extLst>
            </p:cNvPr>
            <p:cNvSpPr/>
            <p:nvPr/>
          </p:nvSpPr>
          <p:spPr>
            <a:xfrm>
              <a:off x="5644853" y="4111653"/>
              <a:ext cx="95853" cy="9617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</p:grpSp>
      <p:grpSp>
        <p:nvGrpSpPr>
          <p:cNvPr id="222" name="グループ化 221">
            <a:extLst>
              <a:ext uri="{FF2B5EF4-FFF2-40B4-BE49-F238E27FC236}">
                <a16:creationId xmlns:a16="http://schemas.microsoft.com/office/drawing/2014/main" id="{E65EAA4B-0B88-5044-8A67-79E09C8FEAD1}"/>
              </a:ext>
            </a:extLst>
          </p:cNvPr>
          <p:cNvGrpSpPr/>
          <p:nvPr/>
        </p:nvGrpSpPr>
        <p:grpSpPr>
          <a:xfrm>
            <a:off x="5974366" y="3315540"/>
            <a:ext cx="104814" cy="1027732"/>
            <a:chOff x="6456818" y="2704986"/>
            <a:chExt cx="104814" cy="1027732"/>
          </a:xfrm>
        </p:grpSpPr>
        <p:sp>
          <p:nvSpPr>
            <p:cNvPr id="223" name="楕円 33">
              <a:extLst>
                <a:ext uri="{FF2B5EF4-FFF2-40B4-BE49-F238E27FC236}">
                  <a16:creationId xmlns:a16="http://schemas.microsoft.com/office/drawing/2014/main" id="{8660EF22-C9F1-EE6B-159B-20806496116D}"/>
                </a:ext>
              </a:extLst>
            </p:cNvPr>
            <p:cNvSpPr/>
            <p:nvPr/>
          </p:nvSpPr>
          <p:spPr>
            <a:xfrm>
              <a:off x="6457932" y="3182593"/>
              <a:ext cx="95853" cy="9617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24" name="楕円 77">
              <a:extLst>
                <a:ext uri="{FF2B5EF4-FFF2-40B4-BE49-F238E27FC236}">
                  <a16:creationId xmlns:a16="http://schemas.microsoft.com/office/drawing/2014/main" id="{53913C37-08E0-E82E-52B9-6B14EC480092}"/>
                </a:ext>
              </a:extLst>
            </p:cNvPr>
            <p:cNvSpPr/>
            <p:nvPr/>
          </p:nvSpPr>
          <p:spPr>
            <a:xfrm>
              <a:off x="6465779" y="3636539"/>
              <a:ext cx="95853" cy="961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25" name="楕円 78">
              <a:extLst>
                <a:ext uri="{FF2B5EF4-FFF2-40B4-BE49-F238E27FC236}">
                  <a16:creationId xmlns:a16="http://schemas.microsoft.com/office/drawing/2014/main" id="{B4A76111-F6B0-FB67-B13C-53B696C5973E}"/>
                </a:ext>
              </a:extLst>
            </p:cNvPr>
            <p:cNvSpPr/>
            <p:nvPr/>
          </p:nvSpPr>
          <p:spPr>
            <a:xfrm>
              <a:off x="6456818" y="2704986"/>
              <a:ext cx="95853" cy="961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</p:grpSp>
      <p:grpSp>
        <p:nvGrpSpPr>
          <p:cNvPr id="226" name="グループ化 225">
            <a:extLst>
              <a:ext uri="{FF2B5EF4-FFF2-40B4-BE49-F238E27FC236}">
                <a16:creationId xmlns:a16="http://schemas.microsoft.com/office/drawing/2014/main" id="{247BD862-A907-4760-8A24-C262BB81C47E}"/>
              </a:ext>
            </a:extLst>
          </p:cNvPr>
          <p:cNvGrpSpPr/>
          <p:nvPr/>
        </p:nvGrpSpPr>
        <p:grpSpPr>
          <a:xfrm>
            <a:off x="6779952" y="3323974"/>
            <a:ext cx="104571" cy="1502134"/>
            <a:chOff x="7262404" y="2713420"/>
            <a:chExt cx="104571" cy="1502134"/>
          </a:xfrm>
        </p:grpSpPr>
        <p:sp>
          <p:nvSpPr>
            <p:cNvPr id="227" name="楕円 102">
              <a:extLst>
                <a:ext uri="{FF2B5EF4-FFF2-40B4-BE49-F238E27FC236}">
                  <a16:creationId xmlns:a16="http://schemas.microsoft.com/office/drawing/2014/main" id="{257B73BD-C6B5-F8A4-9232-D447290735FF}"/>
                </a:ext>
              </a:extLst>
            </p:cNvPr>
            <p:cNvSpPr/>
            <p:nvPr/>
          </p:nvSpPr>
          <p:spPr>
            <a:xfrm>
              <a:off x="7262404" y="2713420"/>
              <a:ext cx="95853" cy="9617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28" name="楕円 104">
              <a:extLst>
                <a:ext uri="{FF2B5EF4-FFF2-40B4-BE49-F238E27FC236}">
                  <a16:creationId xmlns:a16="http://schemas.microsoft.com/office/drawing/2014/main" id="{4E8C66ED-7B29-5407-5271-05873DB6EE4A}"/>
                </a:ext>
              </a:extLst>
            </p:cNvPr>
            <p:cNvSpPr/>
            <p:nvPr/>
          </p:nvSpPr>
          <p:spPr>
            <a:xfrm>
              <a:off x="7270343" y="3635790"/>
              <a:ext cx="95853" cy="961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29" name="楕円 105">
              <a:extLst>
                <a:ext uri="{FF2B5EF4-FFF2-40B4-BE49-F238E27FC236}">
                  <a16:creationId xmlns:a16="http://schemas.microsoft.com/office/drawing/2014/main" id="{0F41D456-A0D8-3A02-5488-5790646FE0CC}"/>
                </a:ext>
              </a:extLst>
            </p:cNvPr>
            <p:cNvSpPr/>
            <p:nvPr/>
          </p:nvSpPr>
          <p:spPr>
            <a:xfrm>
              <a:off x="7271122" y="4119375"/>
              <a:ext cx="95853" cy="961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</p:grpSp>
      <p:sp>
        <p:nvSpPr>
          <p:cNvPr id="230" name="テキスト ボックス 106">
            <a:extLst>
              <a:ext uri="{FF2B5EF4-FFF2-40B4-BE49-F238E27FC236}">
                <a16:creationId xmlns:a16="http://schemas.microsoft.com/office/drawing/2014/main" id="{0B1B95A8-0B8B-EDB0-C97C-FBE913F5E147}"/>
              </a:ext>
            </a:extLst>
          </p:cNvPr>
          <p:cNvSpPr txBox="1"/>
          <p:nvPr/>
        </p:nvSpPr>
        <p:spPr>
          <a:xfrm>
            <a:off x="5075113" y="2549009"/>
            <a:ext cx="28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3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cxnSp>
        <p:nvCxnSpPr>
          <p:cNvPr id="231" name="直線コネクタ 107">
            <a:extLst>
              <a:ext uri="{FF2B5EF4-FFF2-40B4-BE49-F238E27FC236}">
                <a16:creationId xmlns:a16="http://schemas.microsoft.com/office/drawing/2014/main" id="{476FA52F-1D34-4596-7899-801759BFCC9C}"/>
              </a:ext>
            </a:extLst>
          </p:cNvPr>
          <p:cNvCxnSpPr/>
          <p:nvPr/>
        </p:nvCxnSpPr>
        <p:spPr>
          <a:xfrm>
            <a:off x="5219589" y="2905325"/>
            <a:ext cx="0" cy="151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線コネクタ 108">
            <a:extLst>
              <a:ext uri="{FF2B5EF4-FFF2-40B4-BE49-F238E27FC236}">
                <a16:creationId xmlns:a16="http://schemas.microsoft.com/office/drawing/2014/main" id="{4F26A3FB-A132-F64E-5877-4DF6F663C69D}"/>
              </a:ext>
            </a:extLst>
          </p:cNvPr>
          <p:cNvCxnSpPr/>
          <p:nvPr/>
        </p:nvCxnSpPr>
        <p:spPr>
          <a:xfrm>
            <a:off x="6035025" y="2905325"/>
            <a:ext cx="0" cy="151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3" name="テキスト ボックス 109">
            <a:extLst>
              <a:ext uri="{FF2B5EF4-FFF2-40B4-BE49-F238E27FC236}">
                <a16:creationId xmlns:a16="http://schemas.microsoft.com/office/drawing/2014/main" id="{B46FBA49-8208-632E-8431-7FCFCA1EA554}"/>
              </a:ext>
            </a:extLst>
          </p:cNvPr>
          <p:cNvSpPr txBox="1"/>
          <p:nvPr/>
        </p:nvSpPr>
        <p:spPr>
          <a:xfrm>
            <a:off x="5896081" y="2558200"/>
            <a:ext cx="28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4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234" name="テキスト ボックス 110">
            <a:extLst>
              <a:ext uri="{FF2B5EF4-FFF2-40B4-BE49-F238E27FC236}">
                <a16:creationId xmlns:a16="http://schemas.microsoft.com/office/drawing/2014/main" id="{188A5C17-6D05-2F90-BBA9-369EBDA01856}"/>
              </a:ext>
            </a:extLst>
          </p:cNvPr>
          <p:cNvSpPr txBox="1"/>
          <p:nvPr/>
        </p:nvSpPr>
        <p:spPr>
          <a:xfrm>
            <a:off x="6693593" y="2543853"/>
            <a:ext cx="287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5</a:t>
            </a:r>
            <a:endParaRPr kumimoji="1" lang="ja-JP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cxnSp>
        <p:nvCxnSpPr>
          <p:cNvPr id="235" name="直線コネクタ 111">
            <a:extLst>
              <a:ext uri="{FF2B5EF4-FFF2-40B4-BE49-F238E27FC236}">
                <a16:creationId xmlns:a16="http://schemas.microsoft.com/office/drawing/2014/main" id="{CF650F77-479B-B843-458B-4BF73283F9FF}"/>
              </a:ext>
            </a:extLst>
          </p:cNvPr>
          <p:cNvCxnSpPr/>
          <p:nvPr/>
        </p:nvCxnSpPr>
        <p:spPr>
          <a:xfrm>
            <a:off x="6827653" y="2900169"/>
            <a:ext cx="0" cy="15199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6" name="グループ化 235">
            <a:extLst>
              <a:ext uri="{FF2B5EF4-FFF2-40B4-BE49-F238E27FC236}">
                <a16:creationId xmlns:a16="http://schemas.microsoft.com/office/drawing/2014/main" id="{A851D1B1-A292-A9C2-40A1-6B599007E962}"/>
              </a:ext>
            </a:extLst>
          </p:cNvPr>
          <p:cNvGrpSpPr/>
          <p:nvPr/>
        </p:nvGrpSpPr>
        <p:grpSpPr>
          <a:xfrm>
            <a:off x="7608498" y="3316813"/>
            <a:ext cx="95853" cy="1994087"/>
            <a:chOff x="8090950" y="2706259"/>
            <a:chExt cx="95853" cy="1994087"/>
          </a:xfrm>
        </p:grpSpPr>
        <p:sp>
          <p:nvSpPr>
            <p:cNvPr id="237" name="楕円 27">
              <a:extLst>
                <a:ext uri="{FF2B5EF4-FFF2-40B4-BE49-F238E27FC236}">
                  <a16:creationId xmlns:a16="http://schemas.microsoft.com/office/drawing/2014/main" id="{4D30CA12-7564-6B08-0B76-2154249651B6}"/>
                </a:ext>
              </a:extLst>
            </p:cNvPr>
            <p:cNvSpPr/>
            <p:nvPr/>
          </p:nvSpPr>
          <p:spPr>
            <a:xfrm>
              <a:off x="8090950" y="2706259"/>
              <a:ext cx="95853" cy="9617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38" name="楕円 30">
              <a:extLst>
                <a:ext uri="{FF2B5EF4-FFF2-40B4-BE49-F238E27FC236}">
                  <a16:creationId xmlns:a16="http://schemas.microsoft.com/office/drawing/2014/main" id="{B13CC5B4-E9BC-935C-A8D3-4CAE8E98C650}"/>
                </a:ext>
              </a:extLst>
            </p:cNvPr>
            <p:cNvSpPr/>
            <p:nvPr/>
          </p:nvSpPr>
          <p:spPr>
            <a:xfrm>
              <a:off x="8090950" y="4119375"/>
              <a:ext cx="95853" cy="961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39" name="楕円 30">
              <a:extLst>
                <a:ext uri="{FF2B5EF4-FFF2-40B4-BE49-F238E27FC236}">
                  <a16:creationId xmlns:a16="http://schemas.microsoft.com/office/drawing/2014/main" id="{F1F75A89-62F7-A087-B92F-A87BC14C1292}"/>
                </a:ext>
              </a:extLst>
            </p:cNvPr>
            <p:cNvSpPr/>
            <p:nvPr/>
          </p:nvSpPr>
          <p:spPr>
            <a:xfrm>
              <a:off x="8090950" y="4604167"/>
              <a:ext cx="95853" cy="961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</p:grpSp>
      <p:cxnSp>
        <p:nvCxnSpPr>
          <p:cNvPr id="240" name="直線コネクタ 81">
            <a:extLst>
              <a:ext uri="{FF2B5EF4-FFF2-40B4-BE49-F238E27FC236}">
                <a16:creationId xmlns:a16="http://schemas.microsoft.com/office/drawing/2014/main" id="{28CFFA62-C982-F737-3F7E-1B0E1EB544F9}"/>
              </a:ext>
            </a:extLst>
          </p:cNvPr>
          <p:cNvCxnSpPr>
            <a:cxnSpLocks/>
          </p:cNvCxnSpPr>
          <p:nvPr/>
        </p:nvCxnSpPr>
        <p:spPr>
          <a:xfrm>
            <a:off x="2008846" y="5247817"/>
            <a:ext cx="12837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1" name="テキスト ボックス 82">
                <a:extLst>
                  <a:ext uri="{FF2B5EF4-FFF2-40B4-BE49-F238E27FC236}">
                    <a16:creationId xmlns:a16="http://schemas.microsoft.com/office/drawing/2014/main" id="{733324BF-B369-55BF-44F6-81E1547C5407}"/>
                  </a:ext>
                </a:extLst>
              </p:cNvPr>
              <p:cNvSpPr txBox="1"/>
              <p:nvPr/>
            </p:nvSpPr>
            <p:spPr>
              <a:xfrm>
                <a:off x="1741955" y="5102253"/>
                <a:ext cx="2815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1" lang="en-US" altLang="ja-JP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kumimoji="1" lang="ja-JP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mc:Choice>
        <mc:Fallback xmlns="">
          <p:sp>
            <p:nvSpPr>
              <p:cNvPr id="241" name="テキスト ボックス 82">
                <a:extLst>
                  <a:ext uri="{FF2B5EF4-FFF2-40B4-BE49-F238E27FC236}">
                    <a16:creationId xmlns:a16="http://schemas.microsoft.com/office/drawing/2014/main" id="{733324BF-B369-55BF-44F6-81E1547C5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1955" y="5102253"/>
                <a:ext cx="281551" cy="276999"/>
              </a:xfrm>
              <a:prstGeom prst="rect">
                <a:avLst/>
              </a:prstGeom>
              <a:blipFill>
                <a:blip r:embed="rId7"/>
                <a:stretch>
                  <a:fillRect l="-19565" r="-4348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2" name="グループ化 241">
            <a:extLst>
              <a:ext uri="{FF2B5EF4-FFF2-40B4-BE49-F238E27FC236}">
                <a16:creationId xmlns:a16="http://schemas.microsoft.com/office/drawing/2014/main" id="{43BE5989-B7D7-165F-4017-50F384633114}"/>
              </a:ext>
            </a:extLst>
          </p:cNvPr>
          <p:cNvGrpSpPr/>
          <p:nvPr/>
        </p:nvGrpSpPr>
        <p:grpSpPr>
          <a:xfrm>
            <a:off x="4341728" y="3795284"/>
            <a:ext cx="110618" cy="1510032"/>
            <a:chOff x="4824180" y="3184730"/>
            <a:chExt cx="110618" cy="1510032"/>
          </a:xfrm>
        </p:grpSpPr>
        <p:sp>
          <p:nvSpPr>
            <p:cNvPr id="243" name="楕円 31">
              <a:extLst>
                <a:ext uri="{FF2B5EF4-FFF2-40B4-BE49-F238E27FC236}">
                  <a16:creationId xmlns:a16="http://schemas.microsoft.com/office/drawing/2014/main" id="{DF2BEABF-AA08-1B06-3A38-BC2D6007457D}"/>
                </a:ext>
              </a:extLst>
            </p:cNvPr>
            <p:cNvSpPr/>
            <p:nvPr/>
          </p:nvSpPr>
          <p:spPr>
            <a:xfrm>
              <a:off x="4824180" y="3633523"/>
              <a:ext cx="95853" cy="9617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44" name="楕円 57">
              <a:extLst>
                <a:ext uri="{FF2B5EF4-FFF2-40B4-BE49-F238E27FC236}">
                  <a16:creationId xmlns:a16="http://schemas.microsoft.com/office/drawing/2014/main" id="{541A0BE9-C53E-D441-6F6E-623273D07CE6}"/>
                </a:ext>
              </a:extLst>
            </p:cNvPr>
            <p:cNvSpPr/>
            <p:nvPr/>
          </p:nvSpPr>
          <p:spPr>
            <a:xfrm>
              <a:off x="4833080" y="3184730"/>
              <a:ext cx="95853" cy="96179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45" name="楕円 59">
              <a:extLst>
                <a:ext uri="{FF2B5EF4-FFF2-40B4-BE49-F238E27FC236}">
                  <a16:creationId xmlns:a16="http://schemas.microsoft.com/office/drawing/2014/main" id="{2AB50321-1DDD-134D-FC6D-4C8ACDB7AB9E}"/>
                </a:ext>
              </a:extLst>
            </p:cNvPr>
            <p:cNvSpPr/>
            <p:nvPr/>
          </p:nvSpPr>
          <p:spPr>
            <a:xfrm>
              <a:off x="4838945" y="4598583"/>
              <a:ext cx="95853" cy="961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</p:grpSp>
      <p:sp>
        <p:nvSpPr>
          <p:cNvPr id="246" name="Rectangular Callout 74">
            <a:extLst>
              <a:ext uri="{FF2B5EF4-FFF2-40B4-BE49-F238E27FC236}">
                <a16:creationId xmlns:a16="http://schemas.microsoft.com/office/drawing/2014/main" id="{ADBA71F6-A3A6-7C17-4C75-2E2B3A5EC4B3}"/>
              </a:ext>
            </a:extLst>
          </p:cNvPr>
          <p:cNvSpPr/>
          <p:nvPr/>
        </p:nvSpPr>
        <p:spPr>
          <a:xfrm>
            <a:off x="2841373" y="5122911"/>
            <a:ext cx="6362672" cy="773320"/>
          </a:xfrm>
          <a:prstGeom prst="wedgeRectCallout">
            <a:avLst>
              <a:gd name="adj1" fmla="val -24000"/>
              <a:gd name="adj2" fmla="val -120774"/>
            </a:avLst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prstClr val="black"/>
                </a:solidFill>
              </a:rPr>
              <a:t>常に最適なスキーマを選ぶとマイグレーションコスト増加</a:t>
            </a:r>
          </a:p>
        </p:txBody>
      </p:sp>
      <p:sp>
        <p:nvSpPr>
          <p:cNvPr id="247" name="Rectangular Callout 87">
            <a:extLst>
              <a:ext uri="{FF2B5EF4-FFF2-40B4-BE49-F238E27FC236}">
                <a16:creationId xmlns:a16="http://schemas.microsoft.com/office/drawing/2014/main" id="{0B01A085-AB39-DAE4-B590-55CC665FA4E1}"/>
              </a:ext>
            </a:extLst>
          </p:cNvPr>
          <p:cNvSpPr/>
          <p:nvPr/>
        </p:nvSpPr>
        <p:spPr>
          <a:xfrm>
            <a:off x="5974173" y="4208541"/>
            <a:ext cx="4364445" cy="711082"/>
          </a:xfrm>
          <a:prstGeom prst="wedgeRectCallout">
            <a:avLst>
              <a:gd name="adj1" fmla="val -38925"/>
              <a:gd name="adj2" fmla="val -78128"/>
            </a:avLst>
          </a:prstGeom>
          <a:solidFill>
            <a:schemeClr val="bg1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prstClr val="black"/>
                </a:solidFill>
                <a:latin typeface="Segoe UI"/>
                <a:ea typeface="メイリオ"/>
              </a:rPr>
              <a:t>マイグレーションコストを減らそうとするとワークロード実行コストが増加</a:t>
            </a:r>
            <a:endParaRPr kumimoji="1" lang="en-US" altLang="ja-JP" dirty="0">
              <a:solidFill>
                <a:prstClr val="black"/>
              </a:solidFill>
              <a:latin typeface="Segoe UI"/>
              <a:ea typeface="メイリオ"/>
            </a:endParaRPr>
          </a:p>
        </p:txBody>
      </p:sp>
      <p:grpSp>
        <p:nvGrpSpPr>
          <p:cNvPr id="248" name="グループ化 247">
            <a:extLst>
              <a:ext uri="{FF2B5EF4-FFF2-40B4-BE49-F238E27FC236}">
                <a16:creationId xmlns:a16="http://schemas.microsoft.com/office/drawing/2014/main" id="{46DA21BD-6C52-7717-B0D1-C8EB366135E9}"/>
              </a:ext>
            </a:extLst>
          </p:cNvPr>
          <p:cNvGrpSpPr/>
          <p:nvPr/>
        </p:nvGrpSpPr>
        <p:grpSpPr>
          <a:xfrm>
            <a:off x="5620357" y="3055969"/>
            <a:ext cx="3025647" cy="898818"/>
            <a:chOff x="6102809" y="2445415"/>
            <a:chExt cx="3025647" cy="898818"/>
          </a:xfrm>
        </p:grpSpPr>
        <p:sp>
          <p:nvSpPr>
            <p:cNvPr id="249" name="円弧 43">
              <a:extLst>
                <a:ext uri="{FF2B5EF4-FFF2-40B4-BE49-F238E27FC236}">
                  <a16:creationId xmlns:a16="http://schemas.microsoft.com/office/drawing/2014/main" id="{CA9DC897-4A6D-3FB6-AA9C-9BE5196DFF19}"/>
                </a:ext>
              </a:extLst>
            </p:cNvPr>
            <p:cNvSpPr/>
            <p:nvPr/>
          </p:nvSpPr>
          <p:spPr>
            <a:xfrm rot="9657222" flipH="1">
              <a:off x="7200227" y="2445415"/>
              <a:ext cx="98456" cy="614176"/>
            </a:xfrm>
            <a:prstGeom prst="arc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0" name="正方形/長方形 62">
                  <a:extLst>
                    <a:ext uri="{FF2B5EF4-FFF2-40B4-BE49-F238E27FC236}">
                      <a16:creationId xmlns:a16="http://schemas.microsoft.com/office/drawing/2014/main" id="{D02EE75E-E174-FEC5-D39B-0E2C249D740C}"/>
                    </a:ext>
                  </a:extLst>
                </p:cNvPr>
                <p:cNvSpPr/>
                <p:nvPr/>
              </p:nvSpPr>
              <p:spPr>
                <a:xfrm>
                  <a:off x="7009355" y="3005679"/>
                  <a:ext cx="2119101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 xmlns:m="http://schemas.openxmlformats.org/officeDocument/2006/math">
                      <m:r>
                        <a:rPr kumimoji="1" lang="en-US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𝑴𝒊𝒈𝒓𝒂𝒕𝒆</m:t>
                      </m:r>
                      <m:r>
                        <a:rPr kumimoji="1" lang="en-US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(</m:t>
                      </m:r>
                      <m:sSub>
                        <m:sSubPr>
                          <m:ctrlPr>
                            <a:rPr kumimoji="1" lang="en-US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70AD4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70AD4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70AD4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kumimoji="1" lang="en-US" altLang="ja-JP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70AD47"/>
                      </a:solidFill>
                      <a:effectLst/>
                      <a:uLnTx/>
                      <a:uFillTx/>
                      <a:latin typeface="Cambria Math" panose="02040503050406030204" pitchFamily="18" charset="0"/>
                      <a:ea typeface="メイリオ"/>
                      <a:cs typeface="+mn-cs"/>
                    </a:rPr>
                    <a:t>,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70AD4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70AD4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𝑺</m:t>
                          </m:r>
                        </m:e>
                        <m:sub>
                          <m:r>
                            <a:rPr kumimoji="1" lang="en-US" altLang="ja-JP" sz="16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70AD47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𝟎</m:t>
                          </m:r>
                        </m:sub>
                      </m:sSub>
                      <m:r>
                        <a:rPr kumimoji="1" lang="en-US" altLang="ja-JP" sz="16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0AD47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)</m:t>
                      </m:r>
                    </m:oMath>
                  </a14:m>
                  <a:endParaRPr kumimoji="1" lang="ja-JP" altLang="en-US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AD47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7" name="正方形/長方形 62">
                  <a:extLst>
                    <a:ext uri="{FF2B5EF4-FFF2-40B4-BE49-F238E27FC236}">
                      <a16:creationId xmlns:a16="http://schemas.microsoft.com/office/drawing/2014/main" id="{1FA1198D-71FF-C94E-AA60-7650661F7B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9355" y="3005679"/>
                  <a:ext cx="2119101" cy="338554"/>
                </a:xfrm>
                <a:prstGeom prst="rect">
                  <a:avLst/>
                </a:prstGeom>
                <a:blipFill>
                  <a:blip r:embed="rId9"/>
                  <a:stretch>
                    <a:fillRect t="-7143" b="-196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1" name="円弧 43">
              <a:extLst>
                <a:ext uri="{FF2B5EF4-FFF2-40B4-BE49-F238E27FC236}">
                  <a16:creationId xmlns:a16="http://schemas.microsoft.com/office/drawing/2014/main" id="{D68487A6-4F8A-7C2A-9144-7A6F3E2352DB}"/>
                </a:ext>
              </a:extLst>
            </p:cNvPr>
            <p:cNvSpPr/>
            <p:nvPr/>
          </p:nvSpPr>
          <p:spPr>
            <a:xfrm rot="6187094">
              <a:off x="6489357" y="2692700"/>
              <a:ext cx="172469" cy="945566"/>
            </a:xfrm>
            <a:prstGeom prst="arc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</p:grpSp>
      <p:grpSp>
        <p:nvGrpSpPr>
          <p:cNvPr id="252" name="グループ化 251">
            <a:extLst>
              <a:ext uri="{FF2B5EF4-FFF2-40B4-BE49-F238E27FC236}">
                <a16:creationId xmlns:a16="http://schemas.microsoft.com/office/drawing/2014/main" id="{104D898E-B6F8-F920-D7ED-2B5BA0A250FC}"/>
              </a:ext>
            </a:extLst>
          </p:cNvPr>
          <p:cNvGrpSpPr/>
          <p:nvPr/>
        </p:nvGrpSpPr>
        <p:grpSpPr>
          <a:xfrm>
            <a:off x="2218558" y="3668190"/>
            <a:ext cx="552858" cy="1735361"/>
            <a:chOff x="2701010" y="3057636"/>
            <a:chExt cx="552858" cy="1735361"/>
          </a:xfrm>
        </p:grpSpPr>
        <p:sp>
          <p:nvSpPr>
            <p:cNvPr id="253" name="楕円 16">
              <a:extLst>
                <a:ext uri="{FF2B5EF4-FFF2-40B4-BE49-F238E27FC236}">
                  <a16:creationId xmlns:a16="http://schemas.microsoft.com/office/drawing/2014/main" id="{EE845533-D2D3-5D16-954C-DFC757B58EBD}"/>
                </a:ext>
              </a:extLst>
            </p:cNvPr>
            <p:cNvSpPr/>
            <p:nvPr/>
          </p:nvSpPr>
          <p:spPr>
            <a:xfrm>
              <a:off x="3152148" y="3182594"/>
              <a:ext cx="95853" cy="96179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54" name="楕円 17">
              <a:extLst>
                <a:ext uri="{FF2B5EF4-FFF2-40B4-BE49-F238E27FC236}">
                  <a16:creationId xmlns:a16="http://schemas.microsoft.com/office/drawing/2014/main" id="{9630346C-E8BD-5B0D-135E-E4F9C1686D41}"/>
                </a:ext>
              </a:extLst>
            </p:cNvPr>
            <p:cNvSpPr/>
            <p:nvPr/>
          </p:nvSpPr>
          <p:spPr>
            <a:xfrm>
              <a:off x="3158015" y="3638004"/>
              <a:ext cx="95853" cy="96179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55" name="楕円 18">
              <a:extLst>
                <a:ext uri="{FF2B5EF4-FFF2-40B4-BE49-F238E27FC236}">
                  <a16:creationId xmlns:a16="http://schemas.microsoft.com/office/drawing/2014/main" id="{3372A253-025C-3891-297D-52D40E3ABD6C}"/>
                </a:ext>
              </a:extLst>
            </p:cNvPr>
            <p:cNvSpPr/>
            <p:nvPr/>
          </p:nvSpPr>
          <p:spPr>
            <a:xfrm>
              <a:off x="3158015" y="4596446"/>
              <a:ext cx="95853" cy="96179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256" name="TextBox 4">
              <a:extLst>
                <a:ext uri="{FF2B5EF4-FFF2-40B4-BE49-F238E27FC236}">
                  <a16:creationId xmlns:a16="http://schemas.microsoft.com/office/drawing/2014/main" id="{18DA0C81-EF11-6BDA-B0C1-5AD50E6274C4}"/>
                </a:ext>
              </a:extLst>
            </p:cNvPr>
            <p:cNvSpPr txBox="1"/>
            <p:nvPr/>
          </p:nvSpPr>
          <p:spPr>
            <a:xfrm>
              <a:off x="2701010" y="3057636"/>
              <a:ext cx="5100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rPr>
                <a:t>min</a:t>
              </a:r>
            </a:p>
          </p:txBody>
        </p:sp>
        <p:sp>
          <p:nvSpPr>
            <p:cNvPr id="257" name="TextBox 78">
              <a:extLst>
                <a:ext uri="{FF2B5EF4-FFF2-40B4-BE49-F238E27FC236}">
                  <a16:creationId xmlns:a16="http://schemas.microsoft.com/office/drawing/2014/main" id="{BDDB6F53-8787-98C3-87EB-19E8D7018B50}"/>
                </a:ext>
              </a:extLst>
            </p:cNvPr>
            <p:cNvSpPr txBox="1"/>
            <p:nvPr/>
          </p:nvSpPr>
          <p:spPr>
            <a:xfrm>
              <a:off x="2707632" y="3536689"/>
              <a:ext cx="5068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rPr>
                <a:t>2nd</a:t>
              </a:r>
            </a:p>
          </p:txBody>
        </p:sp>
        <p:sp>
          <p:nvSpPr>
            <p:cNvPr id="258" name="TextBox 79">
              <a:extLst>
                <a:ext uri="{FF2B5EF4-FFF2-40B4-BE49-F238E27FC236}">
                  <a16:creationId xmlns:a16="http://schemas.microsoft.com/office/drawing/2014/main" id="{D560226F-FAA8-0384-DFD1-C8961E3E1772}"/>
                </a:ext>
              </a:extLst>
            </p:cNvPr>
            <p:cNvSpPr txBox="1"/>
            <p:nvPr/>
          </p:nvSpPr>
          <p:spPr>
            <a:xfrm>
              <a:off x="2701010" y="4485220"/>
              <a:ext cx="46929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rPr>
                <a:t>3rd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759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" grpId="0" animBg="1"/>
      <p:bldP spid="24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F631BB-4DBC-4512-5D9E-DD92F65AB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011330-CB7E-401F-4E1D-A2246FEBB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0209"/>
            <a:ext cx="8596668" cy="3880773"/>
          </a:xfrm>
        </p:spPr>
        <p:txBody>
          <a:bodyPr/>
          <a:lstStyle/>
          <a:p>
            <a:r>
              <a:rPr kumimoji="1" lang="ja-JP" altLang="en-US" sz="2000" dirty="0">
                <a:latin typeface="+mn-ea"/>
              </a:rPr>
              <a:t>スキーマ選択の際は、ワークロード実行コストとマイグレーションコストのトレードオフを考える必要がある</a:t>
            </a:r>
            <a:endParaRPr kumimoji="1" lang="en-US" altLang="ja-JP" sz="2000" dirty="0">
              <a:latin typeface="+mn-ea"/>
            </a:endParaRPr>
          </a:p>
          <a:p>
            <a:pPr marL="0" indent="0">
              <a:buNone/>
            </a:pP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0F66B52-DAC5-BB0B-478B-5D5378B9D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9</a:t>
            </a:fld>
            <a:endParaRPr kumimoji="1" lang="ja-JP" altLang="en-US"/>
          </a:p>
        </p:txBody>
      </p:sp>
      <p:sp>
        <p:nvSpPr>
          <p:cNvPr id="311" name="円弧 43">
            <a:extLst>
              <a:ext uri="{FF2B5EF4-FFF2-40B4-BE49-F238E27FC236}">
                <a16:creationId xmlns:a16="http://schemas.microsoft.com/office/drawing/2014/main" id="{0AE3E20E-F493-B8C0-F373-AA23065F4028}"/>
              </a:ext>
            </a:extLst>
          </p:cNvPr>
          <p:cNvSpPr/>
          <p:nvPr/>
        </p:nvSpPr>
        <p:spPr>
          <a:xfrm rot="9657222" flipH="1">
            <a:off x="5900026" y="2990263"/>
            <a:ext cx="98456" cy="614176"/>
          </a:xfrm>
          <a:prstGeom prst="arc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grpSp>
        <p:nvGrpSpPr>
          <p:cNvPr id="312" name="Group 73">
            <a:extLst>
              <a:ext uri="{FF2B5EF4-FFF2-40B4-BE49-F238E27FC236}">
                <a16:creationId xmlns:a16="http://schemas.microsoft.com/office/drawing/2014/main" id="{AFDCCEE0-AA71-F81C-47D9-6D74B647C780}"/>
              </a:ext>
            </a:extLst>
          </p:cNvPr>
          <p:cNvGrpSpPr/>
          <p:nvPr/>
        </p:nvGrpSpPr>
        <p:grpSpPr>
          <a:xfrm>
            <a:off x="924207" y="2478148"/>
            <a:ext cx="7538713" cy="3112805"/>
            <a:chOff x="527701" y="1875780"/>
            <a:chExt cx="9137259" cy="3999843"/>
          </a:xfrm>
        </p:grpSpPr>
        <p:grpSp>
          <p:nvGrpSpPr>
            <p:cNvPr id="313" name="Group 5">
              <a:extLst>
                <a:ext uri="{FF2B5EF4-FFF2-40B4-BE49-F238E27FC236}">
                  <a16:creationId xmlns:a16="http://schemas.microsoft.com/office/drawing/2014/main" id="{3028C378-934B-D8C0-0942-29AE98BDAEE6}"/>
                </a:ext>
              </a:extLst>
            </p:cNvPr>
            <p:cNvGrpSpPr/>
            <p:nvPr/>
          </p:nvGrpSpPr>
          <p:grpSpPr>
            <a:xfrm>
              <a:off x="527701" y="1875780"/>
              <a:ext cx="9137259" cy="3999843"/>
              <a:chOff x="905003" y="2003369"/>
              <a:chExt cx="8494069" cy="3495396"/>
            </a:xfrm>
          </p:grpSpPr>
          <p:cxnSp>
            <p:nvCxnSpPr>
              <p:cNvPr id="320" name="直線矢印コネクタ 319">
                <a:extLst>
                  <a:ext uri="{FF2B5EF4-FFF2-40B4-BE49-F238E27FC236}">
                    <a16:creationId xmlns:a16="http://schemas.microsoft.com/office/drawing/2014/main" id="{6F52B347-A5A1-4586-BA77-0BE641EFCE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68491" y="2501595"/>
                <a:ext cx="6905784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1" name="テキスト ボックス 320">
                <a:extLst>
                  <a:ext uri="{FF2B5EF4-FFF2-40B4-BE49-F238E27FC236}">
                    <a16:creationId xmlns:a16="http://schemas.microsoft.com/office/drawing/2014/main" id="{4C0A8984-92FD-EA0B-DBFA-C948B177088F}"/>
                  </a:ext>
                </a:extLst>
              </p:cNvPr>
              <p:cNvSpPr txBox="1"/>
              <p:nvPr/>
            </p:nvSpPr>
            <p:spPr>
              <a:xfrm>
                <a:off x="8076829" y="2053827"/>
                <a:ext cx="1322243" cy="4147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en-US" altLang="ja-JP" dirty="0">
                    <a:solidFill>
                      <a:prstClr val="black"/>
                    </a:solidFill>
                  </a:rPr>
                  <a:t>Time step</a:t>
                </a:r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322" name="直線コネクタ 321">
                <a:extLst>
                  <a:ext uri="{FF2B5EF4-FFF2-40B4-BE49-F238E27FC236}">
                    <a16:creationId xmlns:a16="http://schemas.microsoft.com/office/drawing/2014/main" id="{55241A89-BBC6-9860-4010-8FEE0F2C4260}"/>
                  </a:ext>
                </a:extLst>
              </p:cNvPr>
              <p:cNvCxnSpPr/>
              <p:nvPr/>
            </p:nvCxnSpPr>
            <p:spPr>
              <a:xfrm>
                <a:off x="2024921" y="2420478"/>
                <a:ext cx="0" cy="1706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直線コネクタ 322">
                <a:extLst>
                  <a:ext uri="{FF2B5EF4-FFF2-40B4-BE49-F238E27FC236}">
                    <a16:creationId xmlns:a16="http://schemas.microsoft.com/office/drawing/2014/main" id="{B7390E51-9459-A449-5BFC-B2EA03DC413E}"/>
                  </a:ext>
                </a:extLst>
              </p:cNvPr>
              <p:cNvCxnSpPr/>
              <p:nvPr/>
            </p:nvCxnSpPr>
            <p:spPr>
              <a:xfrm>
                <a:off x="3898979" y="2415823"/>
                <a:ext cx="0" cy="1706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線コネクタ 323">
                <a:extLst>
                  <a:ext uri="{FF2B5EF4-FFF2-40B4-BE49-F238E27FC236}">
                    <a16:creationId xmlns:a16="http://schemas.microsoft.com/office/drawing/2014/main" id="{CB2ACDC5-E3C6-0B4B-E67B-4DA26FB99C0B}"/>
                  </a:ext>
                </a:extLst>
              </p:cNvPr>
              <p:cNvCxnSpPr/>
              <p:nvPr/>
            </p:nvCxnSpPr>
            <p:spPr>
              <a:xfrm>
                <a:off x="2973073" y="2420478"/>
                <a:ext cx="0" cy="1706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直線矢印コネクタ 324">
                <a:extLst>
                  <a:ext uri="{FF2B5EF4-FFF2-40B4-BE49-F238E27FC236}">
                    <a16:creationId xmlns:a16="http://schemas.microsoft.com/office/drawing/2014/main" id="{20C11106-D7E0-25EA-7629-D9EEB10D68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85681" y="2658545"/>
                <a:ext cx="0" cy="284022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6" name="楕円 16">
                <a:extLst>
                  <a:ext uri="{FF2B5EF4-FFF2-40B4-BE49-F238E27FC236}">
                    <a16:creationId xmlns:a16="http://schemas.microsoft.com/office/drawing/2014/main" id="{A3135E09-6C25-0476-5454-299F97D26F93}"/>
                  </a:ext>
                </a:extLst>
              </p:cNvPr>
              <p:cNvSpPr/>
              <p:nvPr/>
            </p:nvSpPr>
            <p:spPr>
              <a:xfrm>
                <a:off x="1950314" y="3406213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27" name="楕円 17">
                <a:extLst>
                  <a:ext uri="{FF2B5EF4-FFF2-40B4-BE49-F238E27FC236}">
                    <a16:creationId xmlns:a16="http://schemas.microsoft.com/office/drawing/2014/main" id="{CF7C933C-17DA-2A08-D037-D1D682C788BF}"/>
                  </a:ext>
                </a:extLst>
              </p:cNvPr>
              <p:cNvSpPr/>
              <p:nvPr/>
            </p:nvSpPr>
            <p:spPr>
              <a:xfrm>
                <a:off x="1956924" y="3917597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328" name="直線コネクタ 19">
                <a:extLst>
                  <a:ext uri="{FF2B5EF4-FFF2-40B4-BE49-F238E27FC236}">
                    <a16:creationId xmlns:a16="http://schemas.microsoft.com/office/drawing/2014/main" id="{A7ADA75F-7D36-A9D1-22C2-5DEFE41C39A8}"/>
                  </a:ext>
                </a:extLst>
              </p:cNvPr>
              <p:cNvCxnSpPr/>
              <p:nvPr/>
            </p:nvCxnSpPr>
            <p:spPr>
              <a:xfrm>
                <a:off x="7575492" y="2420478"/>
                <a:ext cx="0" cy="1706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9" name="テキスト ボックス 20">
                <a:extLst>
                  <a:ext uri="{FF2B5EF4-FFF2-40B4-BE49-F238E27FC236}">
                    <a16:creationId xmlns:a16="http://schemas.microsoft.com/office/drawing/2014/main" id="{1A96A0FC-0E79-4CB7-FBD9-BAA33E5497BF}"/>
                  </a:ext>
                </a:extLst>
              </p:cNvPr>
              <p:cNvSpPr txBox="1"/>
              <p:nvPr/>
            </p:nvSpPr>
            <p:spPr>
              <a:xfrm>
                <a:off x="1859569" y="2013031"/>
                <a:ext cx="348947" cy="4147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rPr>
                  <a:t>0</a:t>
                </a:r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0" name="テキスト ボックス 21">
                <a:extLst>
                  <a:ext uri="{FF2B5EF4-FFF2-40B4-BE49-F238E27FC236}">
                    <a16:creationId xmlns:a16="http://schemas.microsoft.com/office/drawing/2014/main" id="{57A35846-00AB-DD2F-9963-2C7EAB098B74}"/>
                  </a:ext>
                </a:extLst>
              </p:cNvPr>
              <p:cNvSpPr txBox="1"/>
              <p:nvPr/>
            </p:nvSpPr>
            <p:spPr>
              <a:xfrm>
                <a:off x="2803846" y="2013338"/>
                <a:ext cx="348947" cy="4147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rPr>
                  <a:t>1</a:t>
                </a:r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1" name="テキスト ボックス 22">
                <a:extLst>
                  <a:ext uri="{FF2B5EF4-FFF2-40B4-BE49-F238E27FC236}">
                    <a16:creationId xmlns:a16="http://schemas.microsoft.com/office/drawing/2014/main" id="{2F1F7671-BB89-A9C9-E1EB-19CD0045E03E}"/>
                  </a:ext>
                </a:extLst>
              </p:cNvPr>
              <p:cNvSpPr txBox="1"/>
              <p:nvPr/>
            </p:nvSpPr>
            <p:spPr>
              <a:xfrm>
                <a:off x="7420022" y="2015713"/>
                <a:ext cx="348947" cy="41472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rPr>
                  <a:t>6</a:t>
                </a:r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2" name="楕円 24">
                <a:extLst>
                  <a:ext uri="{FF2B5EF4-FFF2-40B4-BE49-F238E27FC236}">
                    <a16:creationId xmlns:a16="http://schemas.microsoft.com/office/drawing/2014/main" id="{78D278ED-F00B-C7B6-C976-9D03B5B7D1A6}"/>
                  </a:ext>
                </a:extLst>
              </p:cNvPr>
              <p:cNvSpPr/>
              <p:nvPr/>
            </p:nvSpPr>
            <p:spPr>
              <a:xfrm>
                <a:off x="2903340" y="3406213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3" name="楕円 25">
                <a:extLst>
                  <a:ext uri="{FF2B5EF4-FFF2-40B4-BE49-F238E27FC236}">
                    <a16:creationId xmlns:a16="http://schemas.microsoft.com/office/drawing/2014/main" id="{5321A42F-03C9-9042-5B7D-DD023CFC6B5D}"/>
                  </a:ext>
                </a:extLst>
              </p:cNvPr>
              <p:cNvSpPr/>
              <p:nvPr/>
            </p:nvSpPr>
            <p:spPr>
              <a:xfrm>
                <a:off x="2909948" y="3917597"/>
                <a:ext cx="108000" cy="108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4" name="楕円 26">
                <a:extLst>
                  <a:ext uri="{FF2B5EF4-FFF2-40B4-BE49-F238E27FC236}">
                    <a16:creationId xmlns:a16="http://schemas.microsoft.com/office/drawing/2014/main" id="{9E8588B4-3606-2FAD-9872-27D6BE9EA8C0}"/>
                  </a:ext>
                </a:extLst>
              </p:cNvPr>
              <p:cNvSpPr/>
              <p:nvPr/>
            </p:nvSpPr>
            <p:spPr>
              <a:xfrm>
                <a:off x="2909948" y="4449462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5" name="楕円 27">
                <a:extLst>
                  <a:ext uri="{FF2B5EF4-FFF2-40B4-BE49-F238E27FC236}">
                    <a16:creationId xmlns:a16="http://schemas.microsoft.com/office/drawing/2014/main" id="{4D20CA69-0968-6EF0-5D58-6AB88ED9482D}"/>
                  </a:ext>
                </a:extLst>
              </p:cNvPr>
              <p:cNvSpPr/>
              <p:nvPr/>
            </p:nvSpPr>
            <p:spPr>
              <a:xfrm>
                <a:off x="7514992" y="2871332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6" name="楕円 30">
                <a:extLst>
                  <a:ext uri="{FF2B5EF4-FFF2-40B4-BE49-F238E27FC236}">
                    <a16:creationId xmlns:a16="http://schemas.microsoft.com/office/drawing/2014/main" id="{CD34038D-E208-730F-F0D4-06A18D4D3270}"/>
                  </a:ext>
                </a:extLst>
              </p:cNvPr>
              <p:cNvSpPr/>
              <p:nvPr/>
            </p:nvSpPr>
            <p:spPr>
              <a:xfrm>
                <a:off x="7514992" y="445813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7" name="楕円 31">
                <a:extLst>
                  <a:ext uri="{FF2B5EF4-FFF2-40B4-BE49-F238E27FC236}">
                    <a16:creationId xmlns:a16="http://schemas.microsoft.com/office/drawing/2014/main" id="{63BF78C7-47CB-9BC0-8246-AC8EE045283C}"/>
                  </a:ext>
                </a:extLst>
              </p:cNvPr>
              <p:cNvSpPr/>
              <p:nvPr/>
            </p:nvSpPr>
            <p:spPr>
              <a:xfrm>
                <a:off x="3834236" y="3912565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8" name="楕円 32">
                <a:extLst>
                  <a:ext uri="{FF2B5EF4-FFF2-40B4-BE49-F238E27FC236}">
                    <a16:creationId xmlns:a16="http://schemas.microsoft.com/office/drawing/2014/main" id="{11A3425D-18FB-31A9-F251-8D446B892B7A}"/>
                  </a:ext>
                </a:extLst>
              </p:cNvPr>
              <p:cNvSpPr/>
              <p:nvPr/>
            </p:nvSpPr>
            <p:spPr>
              <a:xfrm>
                <a:off x="4758524" y="391738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39" name="楕円 33">
                <a:extLst>
                  <a:ext uri="{FF2B5EF4-FFF2-40B4-BE49-F238E27FC236}">
                    <a16:creationId xmlns:a16="http://schemas.microsoft.com/office/drawing/2014/main" id="{ED63E92B-E6B1-686A-CF96-DA967207964A}"/>
                  </a:ext>
                </a:extLst>
              </p:cNvPr>
              <p:cNvSpPr/>
              <p:nvPr/>
            </p:nvSpPr>
            <p:spPr>
              <a:xfrm>
                <a:off x="5675028" y="3406212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340" name="直線コネクタ 35">
                <a:extLst>
                  <a:ext uri="{FF2B5EF4-FFF2-40B4-BE49-F238E27FC236}">
                    <a16:creationId xmlns:a16="http://schemas.microsoft.com/office/drawing/2014/main" id="{FB01AE4A-8140-663C-1976-D2EA6C0943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58314" y="3448931"/>
                <a:ext cx="845026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直線コネクタ 36">
                <a:extLst>
                  <a:ext uri="{FF2B5EF4-FFF2-40B4-BE49-F238E27FC236}">
                    <a16:creationId xmlns:a16="http://schemas.microsoft.com/office/drawing/2014/main" id="{CD64B07B-8DDB-B0DC-4F01-F2654BC894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1340" y="3448931"/>
                <a:ext cx="832923" cy="2399"/>
              </a:xfrm>
              <a:prstGeom prst="line">
                <a:avLst/>
              </a:prstGeom>
              <a:ln w="28575" cap="rnd">
                <a:solidFill>
                  <a:schemeClr val="accent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直線コネクタ 37">
                <a:extLst>
                  <a:ext uri="{FF2B5EF4-FFF2-40B4-BE49-F238E27FC236}">
                    <a16:creationId xmlns:a16="http://schemas.microsoft.com/office/drawing/2014/main" id="{C0CA5E52-74CF-6C2A-DF5A-E13291CE9D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952264" y="3448930"/>
                <a:ext cx="800038" cy="2400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直線コネクタ 38">
                <a:extLst>
                  <a:ext uri="{FF2B5EF4-FFF2-40B4-BE49-F238E27FC236}">
                    <a16:creationId xmlns:a16="http://schemas.microsoft.com/office/drawing/2014/main" id="{B0500CC1-7ABD-7D33-06D9-FBA1988FE6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60302" y="3448930"/>
                <a:ext cx="814727" cy="0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直線コネクタ 39">
                <a:extLst>
                  <a:ext uri="{FF2B5EF4-FFF2-40B4-BE49-F238E27FC236}">
                    <a16:creationId xmlns:a16="http://schemas.microsoft.com/office/drawing/2014/main" id="{493DE258-4195-6FFA-6570-C26AE146C4B9}"/>
                  </a:ext>
                </a:extLst>
              </p:cNvPr>
              <p:cNvCxnSpPr>
                <a:cxnSpLocks/>
                <a:stCxn id="339" idx="0"/>
              </p:cNvCxnSpPr>
              <p:nvPr/>
            </p:nvCxnSpPr>
            <p:spPr>
              <a:xfrm flipV="1">
                <a:off x="5729029" y="2909599"/>
                <a:ext cx="852418" cy="496613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直線コネクタ 40">
                <a:extLst>
                  <a:ext uri="{FF2B5EF4-FFF2-40B4-BE49-F238E27FC236}">
                    <a16:creationId xmlns:a16="http://schemas.microsoft.com/office/drawing/2014/main" id="{DC8504C1-D0CD-DD71-5636-F77C55D55A4B}"/>
                  </a:ext>
                </a:extLst>
              </p:cNvPr>
              <p:cNvCxnSpPr>
                <a:cxnSpLocks/>
                <a:stCxn id="360" idx="7"/>
                <a:endCxn id="335" idx="1"/>
              </p:cNvCxnSpPr>
              <p:nvPr/>
            </p:nvCxnSpPr>
            <p:spPr>
              <a:xfrm flipV="1">
                <a:off x="6673633" y="2887149"/>
                <a:ext cx="857175" cy="8041"/>
              </a:xfrm>
              <a:prstGeom prst="line">
                <a:avLst/>
              </a:prstGeom>
              <a:ln w="28575">
                <a:solidFill>
                  <a:schemeClr val="accent6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6" name="テキスト ボックス 48">
                <a:extLst>
                  <a:ext uri="{FF2B5EF4-FFF2-40B4-BE49-F238E27FC236}">
                    <a16:creationId xmlns:a16="http://schemas.microsoft.com/office/drawing/2014/main" id="{C21D24F9-D4B8-717F-9FD3-2B46464DA84C}"/>
                  </a:ext>
                </a:extLst>
              </p:cNvPr>
              <p:cNvSpPr txBox="1"/>
              <p:nvPr/>
            </p:nvSpPr>
            <p:spPr>
              <a:xfrm>
                <a:off x="3748124" y="2016238"/>
                <a:ext cx="324287" cy="414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rPr>
                  <a:t>2</a:t>
                </a:r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347" name="直線コネクタ 49">
                <a:extLst>
                  <a:ext uri="{FF2B5EF4-FFF2-40B4-BE49-F238E27FC236}">
                    <a16:creationId xmlns:a16="http://schemas.microsoft.com/office/drawing/2014/main" id="{E026E64F-E782-404C-EA9F-88621924C7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2897" y="2923903"/>
                <a:ext cx="14464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直線コネクタ 50">
                <a:extLst>
                  <a:ext uri="{FF2B5EF4-FFF2-40B4-BE49-F238E27FC236}">
                    <a16:creationId xmlns:a16="http://schemas.microsoft.com/office/drawing/2014/main" id="{6492CA90-B82E-6F2F-49A7-2BCD41171D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2680" y="3460433"/>
                <a:ext cx="14464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直線コネクタ 51">
                <a:extLst>
                  <a:ext uri="{FF2B5EF4-FFF2-40B4-BE49-F238E27FC236}">
                    <a16:creationId xmlns:a16="http://schemas.microsoft.com/office/drawing/2014/main" id="{F259FAF2-C768-D69B-E6F4-A458F5FF7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12680" y="3996309"/>
                <a:ext cx="144646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0" name="テキスト ボックス 52">
                    <a:extLst>
                      <a:ext uri="{FF2B5EF4-FFF2-40B4-BE49-F238E27FC236}">
                        <a16:creationId xmlns:a16="http://schemas.microsoft.com/office/drawing/2014/main" id="{DB49FEA4-2800-9EA8-075C-DCB7F95C9A84}"/>
                      </a:ext>
                    </a:extLst>
                  </p:cNvPr>
                  <p:cNvSpPr txBox="1"/>
                  <p:nvPr/>
                </p:nvSpPr>
                <p:spPr>
                  <a:xfrm>
                    <a:off x="909150" y="2748539"/>
                    <a:ext cx="317231" cy="311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メイリオ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2" name="テキスト ボックス 52">
                    <a:extLst>
                      <a:ext uri="{FF2B5EF4-FFF2-40B4-BE49-F238E27FC236}">
                        <a16:creationId xmlns:a16="http://schemas.microsoft.com/office/drawing/2014/main" id="{B6DF30B9-D2BA-E04D-9FCF-D423AD5F96E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9150" y="2748539"/>
                    <a:ext cx="317231" cy="31104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7021" r="-4255" b="-2222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1" name="テキスト ボックス 53">
                    <a:extLst>
                      <a:ext uri="{FF2B5EF4-FFF2-40B4-BE49-F238E27FC236}">
                        <a16:creationId xmlns:a16="http://schemas.microsoft.com/office/drawing/2014/main" id="{9BA31EB3-2A6D-9324-3A87-F71909CF114F}"/>
                      </a:ext>
                    </a:extLst>
                  </p:cNvPr>
                  <p:cNvSpPr txBox="1"/>
                  <p:nvPr/>
                </p:nvSpPr>
                <p:spPr>
                  <a:xfrm>
                    <a:off x="907032" y="3301529"/>
                    <a:ext cx="311235" cy="311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メイリオ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3" name="テキスト ボックス 53">
                    <a:extLst>
                      <a:ext uri="{FF2B5EF4-FFF2-40B4-BE49-F238E27FC236}">
                        <a16:creationId xmlns:a16="http://schemas.microsoft.com/office/drawing/2014/main" id="{2CA44169-35D9-9344-B3A4-22C6429290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7032" y="3301529"/>
                    <a:ext cx="311235" cy="31104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7391" r="-4348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2" name="テキスト ボックス 54">
                    <a:extLst>
                      <a:ext uri="{FF2B5EF4-FFF2-40B4-BE49-F238E27FC236}">
                        <a16:creationId xmlns:a16="http://schemas.microsoft.com/office/drawing/2014/main" id="{EB6F65BE-45EA-B831-3028-4EF4AA88A9DE}"/>
                      </a:ext>
                    </a:extLst>
                  </p:cNvPr>
                  <p:cNvSpPr txBox="1"/>
                  <p:nvPr/>
                </p:nvSpPr>
                <p:spPr>
                  <a:xfrm>
                    <a:off x="913813" y="3813815"/>
                    <a:ext cx="317231" cy="311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メイリオ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4" name="テキスト ボックス 54">
                    <a:extLst>
                      <a:ext uri="{FF2B5EF4-FFF2-40B4-BE49-F238E27FC236}">
                        <a16:creationId xmlns:a16="http://schemas.microsoft.com/office/drawing/2014/main" id="{568AA876-13C8-8248-8B64-1B441BEF422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3813" y="3813815"/>
                    <a:ext cx="317231" cy="31104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7391" r="-6522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53" name="直線コネクタ 6">
                <a:extLst>
                  <a:ext uri="{FF2B5EF4-FFF2-40B4-BE49-F238E27FC236}">
                    <a16:creationId xmlns:a16="http://schemas.microsoft.com/office/drawing/2014/main" id="{D1D10154-4520-28E3-8004-DF0CD026E0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5716" y="4495295"/>
                <a:ext cx="14464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4" name="テキスト ボックス 7">
                    <a:extLst>
                      <a:ext uri="{FF2B5EF4-FFF2-40B4-BE49-F238E27FC236}">
                        <a16:creationId xmlns:a16="http://schemas.microsoft.com/office/drawing/2014/main" id="{E860C08D-D31E-5FAA-B17F-C2B4E48BA536}"/>
                      </a:ext>
                    </a:extLst>
                  </p:cNvPr>
                  <p:cNvSpPr txBox="1"/>
                  <p:nvPr/>
                </p:nvSpPr>
                <p:spPr>
                  <a:xfrm>
                    <a:off x="905003" y="4331840"/>
                    <a:ext cx="317231" cy="311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メイリオ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46" name="テキスト ボックス 7">
                    <a:extLst>
                      <a:ext uri="{FF2B5EF4-FFF2-40B4-BE49-F238E27FC236}">
                        <a16:creationId xmlns:a16="http://schemas.microsoft.com/office/drawing/2014/main" id="{3AC27106-59CE-1E40-9C91-0827256C5C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003" y="4331840"/>
                    <a:ext cx="317231" cy="31104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9565" r="-4348" b="-1956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5" name="楕円 57">
                <a:extLst>
                  <a:ext uri="{FF2B5EF4-FFF2-40B4-BE49-F238E27FC236}">
                    <a16:creationId xmlns:a16="http://schemas.microsoft.com/office/drawing/2014/main" id="{04008535-4FA2-8916-8610-A87CC3BAA707}"/>
                  </a:ext>
                </a:extLst>
              </p:cNvPr>
              <p:cNvSpPr/>
              <p:nvPr/>
            </p:nvSpPr>
            <p:spPr>
              <a:xfrm>
                <a:off x="3844264" y="340861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56" name="楕円 64">
                <a:extLst>
                  <a:ext uri="{FF2B5EF4-FFF2-40B4-BE49-F238E27FC236}">
                    <a16:creationId xmlns:a16="http://schemas.microsoft.com/office/drawing/2014/main" id="{5EB7ED82-594A-441E-57A4-8A64B372E9DE}"/>
                  </a:ext>
                </a:extLst>
              </p:cNvPr>
              <p:cNvSpPr/>
              <p:nvPr/>
            </p:nvSpPr>
            <p:spPr>
              <a:xfrm>
                <a:off x="4752302" y="3406212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57" name="楕円 66">
                <a:extLst>
                  <a:ext uri="{FF2B5EF4-FFF2-40B4-BE49-F238E27FC236}">
                    <a16:creationId xmlns:a16="http://schemas.microsoft.com/office/drawing/2014/main" id="{F52ECA62-CDF6-41A6-47AA-A09FE92902BA}"/>
                  </a:ext>
                </a:extLst>
              </p:cNvPr>
              <p:cNvSpPr/>
              <p:nvPr/>
            </p:nvSpPr>
            <p:spPr>
              <a:xfrm>
                <a:off x="4758910" y="4449461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58" name="楕円 77">
                <a:extLst>
                  <a:ext uri="{FF2B5EF4-FFF2-40B4-BE49-F238E27FC236}">
                    <a16:creationId xmlns:a16="http://schemas.microsoft.com/office/drawing/2014/main" id="{3850A28D-4AA7-5FCA-D3D1-188C708855DA}"/>
                  </a:ext>
                </a:extLst>
              </p:cNvPr>
              <p:cNvSpPr/>
              <p:nvPr/>
            </p:nvSpPr>
            <p:spPr>
              <a:xfrm>
                <a:off x="5683869" y="391595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59" name="楕円 78">
                <a:extLst>
                  <a:ext uri="{FF2B5EF4-FFF2-40B4-BE49-F238E27FC236}">
                    <a16:creationId xmlns:a16="http://schemas.microsoft.com/office/drawing/2014/main" id="{0681EE59-B8C7-6AFE-8AED-5BD9B048835B}"/>
                  </a:ext>
                </a:extLst>
              </p:cNvPr>
              <p:cNvSpPr/>
              <p:nvPr/>
            </p:nvSpPr>
            <p:spPr>
              <a:xfrm>
                <a:off x="5673773" y="2869903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60" name="楕円 102">
                <a:extLst>
                  <a:ext uri="{FF2B5EF4-FFF2-40B4-BE49-F238E27FC236}">
                    <a16:creationId xmlns:a16="http://schemas.microsoft.com/office/drawing/2014/main" id="{C470C0B9-5A69-EBB0-7661-C2E28BB5B461}"/>
                  </a:ext>
                </a:extLst>
              </p:cNvPr>
              <p:cNvSpPr/>
              <p:nvPr/>
            </p:nvSpPr>
            <p:spPr>
              <a:xfrm>
                <a:off x="6581448" y="2879374"/>
                <a:ext cx="108000" cy="108000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61" name="楕円 104">
                <a:extLst>
                  <a:ext uri="{FF2B5EF4-FFF2-40B4-BE49-F238E27FC236}">
                    <a16:creationId xmlns:a16="http://schemas.microsoft.com/office/drawing/2014/main" id="{99CFF523-5123-32B9-E10E-CD7D5BC326E2}"/>
                  </a:ext>
                </a:extLst>
              </p:cNvPr>
              <p:cNvSpPr/>
              <p:nvPr/>
            </p:nvSpPr>
            <p:spPr>
              <a:xfrm>
                <a:off x="6590393" y="3915111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62" name="楕円 105">
                <a:extLst>
                  <a:ext uri="{FF2B5EF4-FFF2-40B4-BE49-F238E27FC236}">
                    <a16:creationId xmlns:a16="http://schemas.microsoft.com/office/drawing/2014/main" id="{5DE33150-176F-2F81-F193-09D1EE5465FF}"/>
                  </a:ext>
                </a:extLst>
              </p:cNvPr>
              <p:cNvSpPr/>
              <p:nvPr/>
            </p:nvSpPr>
            <p:spPr>
              <a:xfrm>
                <a:off x="6591270" y="4458132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63" name="テキスト ボックス 106">
                <a:extLst>
                  <a:ext uri="{FF2B5EF4-FFF2-40B4-BE49-F238E27FC236}">
                    <a16:creationId xmlns:a16="http://schemas.microsoft.com/office/drawing/2014/main" id="{A0B18A80-C9B6-5C78-7421-1EB34BA99B4C}"/>
                  </a:ext>
                </a:extLst>
              </p:cNvPr>
              <p:cNvSpPr txBox="1"/>
              <p:nvPr/>
            </p:nvSpPr>
            <p:spPr>
              <a:xfrm>
                <a:off x="4660560" y="2009159"/>
                <a:ext cx="324287" cy="414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rPr>
                  <a:t>3</a:t>
                </a:r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364" name="直線コネクタ 107">
                <a:extLst>
                  <a:ext uri="{FF2B5EF4-FFF2-40B4-BE49-F238E27FC236}">
                    <a16:creationId xmlns:a16="http://schemas.microsoft.com/office/drawing/2014/main" id="{A42A2B41-65ED-32C0-AFB5-5BF8C48384F1}"/>
                  </a:ext>
                </a:extLst>
              </p:cNvPr>
              <p:cNvCxnSpPr/>
              <p:nvPr/>
            </p:nvCxnSpPr>
            <p:spPr>
              <a:xfrm>
                <a:off x="4823345" y="2409269"/>
                <a:ext cx="0" cy="1706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直線コネクタ 108">
                <a:extLst>
                  <a:ext uri="{FF2B5EF4-FFF2-40B4-BE49-F238E27FC236}">
                    <a16:creationId xmlns:a16="http://schemas.microsoft.com/office/drawing/2014/main" id="{5714D4F2-F71B-C47D-A2A7-EE2F567444F0}"/>
                  </a:ext>
                </a:extLst>
              </p:cNvPr>
              <p:cNvCxnSpPr/>
              <p:nvPr/>
            </p:nvCxnSpPr>
            <p:spPr>
              <a:xfrm>
                <a:off x="5742119" y="2409269"/>
                <a:ext cx="0" cy="1706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6" name="テキスト ボックス 109">
                <a:extLst>
                  <a:ext uri="{FF2B5EF4-FFF2-40B4-BE49-F238E27FC236}">
                    <a16:creationId xmlns:a16="http://schemas.microsoft.com/office/drawing/2014/main" id="{742AFB7B-F0F4-57B7-C246-E5BA6E3E5A6D}"/>
                  </a:ext>
                </a:extLst>
              </p:cNvPr>
              <p:cNvSpPr txBox="1"/>
              <p:nvPr/>
            </p:nvSpPr>
            <p:spPr>
              <a:xfrm>
                <a:off x="5585567" y="2019479"/>
                <a:ext cx="324287" cy="414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rPr>
                  <a:t>4</a:t>
                </a:r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67" name="テキスト ボックス 110">
                <a:extLst>
                  <a:ext uri="{FF2B5EF4-FFF2-40B4-BE49-F238E27FC236}">
                    <a16:creationId xmlns:a16="http://schemas.microsoft.com/office/drawing/2014/main" id="{AF059D22-7E69-3040-2C72-097406FD465F}"/>
                  </a:ext>
                </a:extLst>
              </p:cNvPr>
              <p:cNvSpPr txBox="1"/>
              <p:nvPr/>
            </p:nvSpPr>
            <p:spPr>
              <a:xfrm>
                <a:off x="6484145" y="2003369"/>
                <a:ext cx="324287" cy="414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rPr>
                  <a:t>5</a:t>
                </a:r>
                <a:endParaRPr kumimoji="1" lang="ja-JP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368" name="直線コネクタ 111">
                <a:extLst>
                  <a:ext uri="{FF2B5EF4-FFF2-40B4-BE49-F238E27FC236}">
                    <a16:creationId xmlns:a16="http://schemas.microsoft.com/office/drawing/2014/main" id="{4403F0F3-2490-4449-BEC5-75A119F71ABF}"/>
                  </a:ext>
                </a:extLst>
              </p:cNvPr>
              <p:cNvCxnSpPr/>
              <p:nvPr/>
            </p:nvCxnSpPr>
            <p:spPr>
              <a:xfrm>
                <a:off x="6635194" y="2403479"/>
                <a:ext cx="0" cy="170672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9" name="楕円 18">
                <a:extLst>
                  <a:ext uri="{FF2B5EF4-FFF2-40B4-BE49-F238E27FC236}">
                    <a16:creationId xmlns:a16="http://schemas.microsoft.com/office/drawing/2014/main" id="{ECFCB911-4B4F-A3C4-488D-8863794993C6}"/>
                  </a:ext>
                </a:extLst>
              </p:cNvPr>
              <p:cNvSpPr/>
              <p:nvPr/>
            </p:nvSpPr>
            <p:spPr>
              <a:xfrm>
                <a:off x="1956924" y="4993840"/>
                <a:ext cx="108000" cy="10800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370" name="楕円 30">
                <a:extLst>
                  <a:ext uri="{FF2B5EF4-FFF2-40B4-BE49-F238E27FC236}">
                    <a16:creationId xmlns:a16="http://schemas.microsoft.com/office/drawing/2014/main" id="{7467F66C-801E-A5D3-C6AB-97427B1CB4FF}"/>
                  </a:ext>
                </a:extLst>
              </p:cNvPr>
              <p:cNvSpPr/>
              <p:nvPr/>
            </p:nvSpPr>
            <p:spPr>
              <a:xfrm>
                <a:off x="7514992" y="5002510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371" name="直線コネクタ 81">
                <a:extLst>
                  <a:ext uri="{FF2B5EF4-FFF2-40B4-BE49-F238E27FC236}">
                    <a16:creationId xmlns:a16="http://schemas.microsoft.com/office/drawing/2014/main" id="{16F336D5-15C7-12A5-31CE-8D05AA09FE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05716" y="5039673"/>
                <a:ext cx="14464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2" name="テキスト ボックス 82">
                    <a:extLst>
                      <a:ext uri="{FF2B5EF4-FFF2-40B4-BE49-F238E27FC236}">
                        <a16:creationId xmlns:a16="http://schemas.microsoft.com/office/drawing/2014/main" id="{76F31E8E-6C49-C65E-5412-72E3A2869721}"/>
                      </a:ext>
                    </a:extLst>
                  </p:cNvPr>
                  <p:cNvSpPr txBox="1"/>
                  <p:nvPr/>
                </p:nvSpPr>
                <p:spPr>
                  <a:xfrm>
                    <a:off x="905003" y="4876218"/>
                    <a:ext cx="317231" cy="311045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𝑆</m:t>
                              </m:r>
                            </m:e>
                            <m:sub>
                              <m:r>
                                <a:rPr kumimoji="1" lang="en-US" altLang="ja-JP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egoe UI"/>
                      <a:ea typeface="メイリオ"/>
                      <a:cs typeface="+mn-cs"/>
                    </a:endParaRPr>
                  </a:p>
                </p:txBody>
              </p:sp>
            </mc:Choice>
            <mc:Fallback xmlns="">
              <p:sp>
                <p:nvSpPr>
                  <p:cNvPr id="65" name="テキスト ボックス 82">
                    <a:extLst>
                      <a:ext uri="{FF2B5EF4-FFF2-40B4-BE49-F238E27FC236}">
                        <a16:creationId xmlns:a16="http://schemas.microsoft.com/office/drawing/2014/main" id="{271476DB-F5E5-6C42-9F1C-F6856634A7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05003" y="4876218"/>
                    <a:ext cx="317231" cy="31104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9565" r="-4348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73" name="楕円 59">
                <a:extLst>
                  <a:ext uri="{FF2B5EF4-FFF2-40B4-BE49-F238E27FC236}">
                    <a16:creationId xmlns:a16="http://schemas.microsoft.com/office/drawing/2014/main" id="{6AC2B59D-67D3-FCD2-171F-F9A99BACE951}"/>
                  </a:ext>
                </a:extLst>
              </p:cNvPr>
              <p:cNvSpPr/>
              <p:nvPr/>
            </p:nvSpPr>
            <p:spPr>
              <a:xfrm>
                <a:off x="3850872" y="4996239"/>
                <a:ext cx="108000" cy="1080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p:grpSp>
        <p:cxnSp>
          <p:nvCxnSpPr>
            <p:cNvPr id="314" name="直線コネクタ 35">
              <a:extLst>
                <a:ext uri="{FF2B5EF4-FFF2-40B4-BE49-F238E27FC236}">
                  <a16:creationId xmlns:a16="http://schemas.microsoft.com/office/drawing/2014/main" id="{8E9A64FA-13F7-C93D-4832-FEAF59F32BCF}"/>
                </a:ext>
              </a:extLst>
            </p:cNvPr>
            <p:cNvCxnSpPr>
              <a:cxnSpLocks/>
              <a:stCxn id="337" idx="2"/>
              <a:endCxn id="334" idx="6"/>
            </p:cNvCxnSpPr>
            <p:nvPr/>
          </p:nvCxnSpPr>
          <p:spPr>
            <a:xfrm flipH="1">
              <a:off x="2800644" y="4122301"/>
              <a:ext cx="878099" cy="61438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線コネクタ 35">
              <a:extLst>
                <a:ext uri="{FF2B5EF4-FFF2-40B4-BE49-F238E27FC236}">
                  <a16:creationId xmlns:a16="http://schemas.microsoft.com/office/drawing/2014/main" id="{F0A96601-FB46-96E3-A003-34AB0E24D622}"/>
                </a:ext>
              </a:extLst>
            </p:cNvPr>
            <p:cNvCxnSpPr>
              <a:cxnSpLocks/>
              <a:stCxn id="357" idx="2"/>
              <a:endCxn id="337" idx="6"/>
            </p:cNvCxnSpPr>
            <p:nvPr/>
          </p:nvCxnSpPr>
          <p:spPr>
            <a:xfrm flipH="1" flipV="1">
              <a:off x="3794920" y="4122301"/>
              <a:ext cx="878514" cy="614380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直線コネクタ 35">
              <a:extLst>
                <a:ext uri="{FF2B5EF4-FFF2-40B4-BE49-F238E27FC236}">
                  <a16:creationId xmlns:a16="http://schemas.microsoft.com/office/drawing/2014/main" id="{319D9561-0100-645F-D749-1979E8A1372D}"/>
                </a:ext>
              </a:extLst>
            </p:cNvPr>
            <p:cNvCxnSpPr>
              <a:cxnSpLocks/>
              <a:stCxn id="357" idx="6"/>
              <a:endCxn id="339" idx="3"/>
            </p:cNvCxnSpPr>
            <p:nvPr/>
          </p:nvCxnSpPr>
          <p:spPr>
            <a:xfrm flipV="1">
              <a:off x="4789613" y="3586565"/>
              <a:ext cx="886324" cy="1150114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線コネクタ 35">
              <a:extLst>
                <a:ext uri="{FF2B5EF4-FFF2-40B4-BE49-F238E27FC236}">
                  <a16:creationId xmlns:a16="http://schemas.microsoft.com/office/drawing/2014/main" id="{4BD3CCCE-A377-77B2-18E4-0B1ACC34BE02}"/>
                </a:ext>
              </a:extLst>
            </p:cNvPr>
            <p:cNvCxnSpPr>
              <a:cxnSpLocks/>
              <a:endCxn id="334" idx="2"/>
            </p:cNvCxnSpPr>
            <p:nvPr/>
          </p:nvCxnSpPr>
          <p:spPr>
            <a:xfrm>
              <a:off x="1760756" y="3577139"/>
              <a:ext cx="923709" cy="1159541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直線コネクタ 35">
              <a:extLst>
                <a:ext uri="{FF2B5EF4-FFF2-40B4-BE49-F238E27FC236}">
                  <a16:creationId xmlns:a16="http://schemas.microsoft.com/office/drawing/2014/main" id="{35E6BFC8-0091-EE79-9593-6B4A57D53B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6184" y="2995445"/>
              <a:ext cx="875893" cy="559177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直線コネクタ 35">
              <a:extLst>
                <a:ext uri="{FF2B5EF4-FFF2-40B4-BE49-F238E27FC236}">
                  <a16:creationId xmlns:a16="http://schemas.microsoft.com/office/drawing/2014/main" id="{8572A66A-5D4A-7232-F8DF-F4F0BD06FAEF}"/>
                </a:ext>
              </a:extLst>
            </p:cNvPr>
            <p:cNvCxnSpPr>
              <a:cxnSpLocks/>
              <a:stCxn id="360" idx="5"/>
              <a:endCxn id="335" idx="3"/>
            </p:cNvCxnSpPr>
            <p:nvPr/>
          </p:nvCxnSpPr>
          <p:spPr>
            <a:xfrm flipV="1">
              <a:off x="6733144" y="2974492"/>
              <a:ext cx="922084" cy="9203"/>
            </a:xfrm>
            <a:prstGeom prst="line">
              <a:avLst/>
            </a:prstGeom>
            <a:ln w="285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4" name="正方形/長方形 62">
                <a:extLst>
                  <a:ext uri="{FF2B5EF4-FFF2-40B4-BE49-F238E27FC236}">
                    <a16:creationId xmlns:a16="http://schemas.microsoft.com/office/drawing/2014/main" id="{41E3E1C0-6133-CAC1-2221-F066ADB7EEA7}"/>
                  </a:ext>
                </a:extLst>
              </p:cNvPr>
              <p:cNvSpPr/>
              <p:nvPr/>
            </p:nvSpPr>
            <p:spPr>
              <a:xfrm>
                <a:off x="5709154" y="3550527"/>
                <a:ext cx="2119101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1" lang="en-US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𝑴𝒊𝒈𝒓𝒂𝒕𝒆</m:t>
                    </m:r>
                    <m:r>
                      <a:rPr kumimoji="1" lang="en-US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sSub>
                      <m:sSubPr>
                        <m:ctrlPr>
                          <a:rPr kumimoji="1" lang="en-US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𝑺</m:t>
                        </m:r>
                      </m:e>
                      <m:sub>
                        <m:r>
                          <a:rPr kumimoji="1" lang="en-US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𝟏</m:t>
                        </m:r>
                      </m:sub>
                    </m:sSub>
                  </m:oMath>
                </a14:m>
                <a:r>
                  <a:rPr kumimoji="1" lang="en-US" altLang="ja-JP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70AD47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メイリオ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1" lang="en-US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𝑺</m:t>
                        </m:r>
                      </m:e>
                      <m:sub>
                        <m:r>
                          <a:rPr kumimoji="1" lang="en-US" altLang="ja-JP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70AD4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𝟎</m:t>
                        </m:r>
                      </m:sub>
                    </m:sSub>
                    <m:r>
                      <a:rPr kumimoji="1" lang="en-US" altLang="ja-JP" sz="16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70AD47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1" lang="ja-JP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70AD47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mc:Choice>
        <mc:Fallback xmlns="">
          <p:sp>
            <p:nvSpPr>
              <p:cNvPr id="374" name="正方形/長方形 62">
                <a:extLst>
                  <a:ext uri="{FF2B5EF4-FFF2-40B4-BE49-F238E27FC236}">
                    <a16:creationId xmlns:a16="http://schemas.microsoft.com/office/drawing/2014/main" id="{41E3E1C0-6133-CAC1-2221-F066ADB7EE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154" y="3550527"/>
                <a:ext cx="2119101" cy="338554"/>
              </a:xfrm>
              <a:prstGeom prst="rect">
                <a:avLst/>
              </a:prstGeom>
              <a:blipFill>
                <a:blip r:embed="rId9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5" name="円弧 43">
            <a:extLst>
              <a:ext uri="{FF2B5EF4-FFF2-40B4-BE49-F238E27FC236}">
                <a16:creationId xmlns:a16="http://schemas.microsoft.com/office/drawing/2014/main" id="{31F78A17-4F04-C279-044F-1D32F1FC7F07}"/>
              </a:ext>
            </a:extLst>
          </p:cNvPr>
          <p:cNvSpPr/>
          <p:nvPr/>
        </p:nvSpPr>
        <p:spPr>
          <a:xfrm rot="6187094">
            <a:off x="5189156" y="3237548"/>
            <a:ext cx="172469" cy="945566"/>
          </a:xfrm>
          <a:prstGeom prst="arc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376" name="TextBox 4">
            <a:extLst>
              <a:ext uri="{FF2B5EF4-FFF2-40B4-BE49-F238E27FC236}">
                <a16:creationId xmlns:a16="http://schemas.microsoft.com/office/drawing/2014/main" id="{6951EAB6-0950-0BB1-C2CF-E3F982DBC419}"/>
              </a:ext>
            </a:extLst>
          </p:cNvPr>
          <p:cNvSpPr txBox="1"/>
          <p:nvPr/>
        </p:nvSpPr>
        <p:spPr>
          <a:xfrm>
            <a:off x="1400809" y="3602484"/>
            <a:ext cx="5100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min</a:t>
            </a:r>
          </a:p>
        </p:txBody>
      </p:sp>
      <p:sp>
        <p:nvSpPr>
          <p:cNvPr id="377" name="TextBox 78">
            <a:extLst>
              <a:ext uri="{FF2B5EF4-FFF2-40B4-BE49-F238E27FC236}">
                <a16:creationId xmlns:a16="http://schemas.microsoft.com/office/drawing/2014/main" id="{30866A2E-96D6-E8AF-5E05-6A5AF5156AB6}"/>
              </a:ext>
            </a:extLst>
          </p:cNvPr>
          <p:cNvSpPr txBox="1"/>
          <p:nvPr/>
        </p:nvSpPr>
        <p:spPr>
          <a:xfrm>
            <a:off x="1407431" y="4081537"/>
            <a:ext cx="5068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2nd</a:t>
            </a:r>
          </a:p>
        </p:txBody>
      </p:sp>
      <p:sp>
        <p:nvSpPr>
          <p:cNvPr id="378" name="TextBox 79">
            <a:extLst>
              <a:ext uri="{FF2B5EF4-FFF2-40B4-BE49-F238E27FC236}">
                <a16:creationId xmlns:a16="http://schemas.microsoft.com/office/drawing/2014/main" id="{7DB4486C-F65F-F5EB-A4EB-39FC72B17873}"/>
              </a:ext>
            </a:extLst>
          </p:cNvPr>
          <p:cNvSpPr txBox="1"/>
          <p:nvPr/>
        </p:nvSpPr>
        <p:spPr>
          <a:xfrm>
            <a:off x="1400809" y="5030068"/>
            <a:ext cx="4692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3rd</a:t>
            </a:r>
          </a:p>
        </p:txBody>
      </p:sp>
      <p:grpSp>
        <p:nvGrpSpPr>
          <p:cNvPr id="379" name="グループ化 378">
            <a:extLst>
              <a:ext uri="{FF2B5EF4-FFF2-40B4-BE49-F238E27FC236}">
                <a16:creationId xmlns:a16="http://schemas.microsoft.com/office/drawing/2014/main" id="{194ACEC4-6DF5-4CC1-EA71-BB58928D5E31}"/>
              </a:ext>
            </a:extLst>
          </p:cNvPr>
          <p:cNvGrpSpPr/>
          <p:nvPr/>
        </p:nvGrpSpPr>
        <p:grpSpPr>
          <a:xfrm>
            <a:off x="1933765" y="3285969"/>
            <a:ext cx="4856985" cy="940493"/>
            <a:chOff x="1933762" y="2637418"/>
            <a:chExt cx="4856985" cy="940493"/>
          </a:xfrm>
        </p:grpSpPr>
        <p:cxnSp>
          <p:nvCxnSpPr>
            <p:cNvPr id="380" name="直線コネクタ 35">
              <a:extLst>
                <a:ext uri="{FF2B5EF4-FFF2-40B4-BE49-F238E27FC236}">
                  <a16:creationId xmlns:a16="http://schemas.microsoft.com/office/drawing/2014/main" id="{D57C9869-F4DD-1B70-EC60-377DEC00DF4A}"/>
                </a:ext>
              </a:extLst>
            </p:cNvPr>
            <p:cNvCxnSpPr>
              <a:cxnSpLocks/>
              <a:stCxn id="326" idx="5"/>
              <a:endCxn id="332" idx="3"/>
            </p:cNvCxnSpPr>
            <p:nvPr/>
          </p:nvCxnSpPr>
          <p:spPr>
            <a:xfrm>
              <a:off x="1933762" y="3160986"/>
              <a:ext cx="778057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線コネクタ 35">
              <a:extLst>
                <a:ext uri="{FF2B5EF4-FFF2-40B4-BE49-F238E27FC236}">
                  <a16:creationId xmlns:a16="http://schemas.microsoft.com/office/drawing/2014/main" id="{4BCF5CD0-ACE9-2CD8-6F4F-DBA54C8EB239}"/>
                </a:ext>
              </a:extLst>
            </p:cNvPr>
            <p:cNvCxnSpPr>
              <a:cxnSpLocks/>
              <a:stCxn id="332" idx="5"/>
              <a:endCxn id="337" idx="2"/>
            </p:cNvCxnSpPr>
            <p:nvPr/>
          </p:nvCxnSpPr>
          <p:spPr>
            <a:xfrm>
              <a:off x="2779598" y="3160986"/>
              <a:ext cx="744379" cy="416925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直線コネクタ 35">
              <a:extLst>
                <a:ext uri="{FF2B5EF4-FFF2-40B4-BE49-F238E27FC236}">
                  <a16:creationId xmlns:a16="http://schemas.microsoft.com/office/drawing/2014/main" id="{1A050816-12D9-91F6-333A-E8B8A932A3E4}"/>
                </a:ext>
              </a:extLst>
            </p:cNvPr>
            <p:cNvCxnSpPr>
              <a:cxnSpLocks/>
              <a:stCxn id="356" idx="2"/>
              <a:endCxn id="337" idx="6"/>
            </p:cNvCxnSpPr>
            <p:nvPr/>
          </p:nvCxnSpPr>
          <p:spPr>
            <a:xfrm flipH="1">
              <a:off x="3619830" y="3126981"/>
              <a:ext cx="718956" cy="45093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直線コネクタ 35">
              <a:extLst>
                <a:ext uri="{FF2B5EF4-FFF2-40B4-BE49-F238E27FC236}">
                  <a16:creationId xmlns:a16="http://schemas.microsoft.com/office/drawing/2014/main" id="{CF808E6D-12B3-7157-0E65-CEE69B9B0505}"/>
                </a:ext>
              </a:extLst>
            </p:cNvPr>
            <p:cNvCxnSpPr>
              <a:cxnSpLocks/>
              <a:stCxn id="339" idx="3"/>
              <a:endCxn id="356" idx="5"/>
            </p:cNvCxnSpPr>
            <p:nvPr/>
          </p:nvCxnSpPr>
          <p:spPr>
            <a:xfrm flipH="1">
              <a:off x="4420602" y="3160985"/>
              <a:ext cx="751165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線コネクタ 35">
              <a:extLst>
                <a:ext uri="{FF2B5EF4-FFF2-40B4-BE49-F238E27FC236}">
                  <a16:creationId xmlns:a16="http://schemas.microsoft.com/office/drawing/2014/main" id="{3497478B-0885-7336-B74E-75A2E75182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4665" y="2637418"/>
              <a:ext cx="722656" cy="435168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直線コネクタ 35">
              <a:extLst>
                <a:ext uri="{FF2B5EF4-FFF2-40B4-BE49-F238E27FC236}">
                  <a16:creationId xmlns:a16="http://schemas.microsoft.com/office/drawing/2014/main" id="{AB602C7F-2B6F-BD09-6381-73268FB1D3D5}"/>
                </a:ext>
              </a:extLst>
            </p:cNvPr>
            <p:cNvCxnSpPr>
              <a:cxnSpLocks/>
              <a:stCxn id="360" idx="6"/>
              <a:endCxn id="335" idx="2"/>
            </p:cNvCxnSpPr>
            <p:nvPr/>
          </p:nvCxnSpPr>
          <p:spPr>
            <a:xfrm flipV="1">
              <a:off x="6058054" y="2650647"/>
              <a:ext cx="732693" cy="7161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6" name="テキスト ボックス 8">
            <a:extLst>
              <a:ext uri="{FF2B5EF4-FFF2-40B4-BE49-F238E27FC236}">
                <a16:creationId xmlns:a16="http://schemas.microsoft.com/office/drawing/2014/main" id="{F00BC068-51E9-A381-782D-5DCCC802D7E7}"/>
              </a:ext>
            </a:extLst>
          </p:cNvPr>
          <p:cNvSpPr txBox="1"/>
          <p:nvPr/>
        </p:nvSpPr>
        <p:spPr>
          <a:xfrm>
            <a:off x="633262" y="5573648"/>
            <a:ext cx="11156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ja-JP" sz="1600" dirty="0">
                <a:solidFill>
                  <a:prstClr val="black"/>
                </a:solidFill>
              </a:rPr>
              <a:t>schema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387" name="Rectangular Callout 87">
            <a:extLst>
              <a:ext uri="{FF2B5EF4-FFF2-40B4-BE49-F238E27FC236}">
                <a16:creationId xmlns:a16="http://schemas.microsoft.com/office/drawing/2014/main" id="{5887DD7F-5CC0-2F1C-CAFC-3FC1FE208044}"/>
              </a:ext>
            </a:extLst>
          </p:cNvPr>
          <p:cNvSpPr/>
          <p:nvPr/>
        </p:nvSpPr>
        <p:spPr>
          <a:xfrm>
            <a:off x="5985384" y="4387869"/>
            <a:ext cx="6206615" cy="1123641"/>
          </a:xfrm>
          <a:prstGeom prst="wedgeRectCallout">
            <a:avLst>
              <a:gd name="adj1" fmla="val -62582"/>
              <a:gd name="adj2" fmla="val -103961"/>
            </a:avLst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ja-JP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ワークロード実行コストとマイグレーションコストのバランスを取る、最適なスキーマシーケンスが存在するはず</a:t>
            </a:r>
            <a:endParaRPr kumimoji="1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0409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D3AEC7-F0DD-25E4-8C0F-8382728D7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9714"/>
          </a:xfrm>
        </p:spPr>
        <p:txBody>
          <a:bodyPr/>
          <a:lstStyle/>
          <a:p>
            <a:r>
              <a:rPr kumimoji="1" lang="ja-JP" altLang="en-US" dirty="0"/>
              <a:t>課題まとめ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6DA40A-2F0C-D3CC-9FCF-7EC2F99F5F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590" y="1589314"/>
            <a:ext cx="9577009" cy="4773611"/>
          </a:xfrm>
        </p:spPr>
        <p:txBody>
          <a:bodyPr>
            <a:normAutofit lnSpcReduction="10000"/>
          </a:bodyPr>
          <a:lstStyle/>
          <a:p>
            <a:r>
              <a:rPr kumimoji="1" lang="ja-JP" altLang="en-US" sz="2200" b="1" dirty="0">
                <a:latin typeface="+mn-ea"/>
              </a:rPr>
              <a:t>目的</a:t>
            </a:r>
            <a:endParaRPr kumimoji="1" lang="en-US" altLang="ja-JP" sz="2200" b="1" dirty="0">
              <a:latin typeface="+mn-ea"/>
            </a:endParaRPr>
          </a:p>
          <a:p>
            <a:pPr lvl="1"/>
            <a:r>
              <a:rPr lang="ja-JP" altLang="en-US" sz="2200" dirty="0">
                <a:latin typeface="+mn-ea"/>
              </a:rPr>
              <a:t>時刻変化するワークロードに対して、実行コストとマイグレーションコストの総和を最小化するスキーマを提案する</a:t>
            </a:r>
            <a:endParaRPr lang="en-US" altLang="ja-JP" sz="2200" dirty="0">
              <a:latin typeface="+mn-ea"/>
            </a:endParaRPr>
          </a:p>
          <a:p>
            <a:pPr marL="457200" lvl="1" indent="0">
              <a:buNone/>
            </a:pPr>
            <a:endParaRPr lang="en-US" altLang="ja-JP" sz="2200" dirty="0">
              <a:latin typeface="+mn-ea"/>
            </a:endParaRPr>
          </a:p>
          <a:p>
            <a:r>
              <a:rPr lang="ja-JP" altLang="en-US" sz="2200" b="1" dirty="0">
                <a:latin typeface="+mn-ea"/>
              </a:rPr>
              <a:t>解決しなければいけない課題</a:t>
            </a:r>
            <a:endParaRPr lang="en-US" altLang="ja-JP" sz="2200" b="1" dirty="0">
              <a:latin typeface="+mn-ea"/>
            </a:endParaRPr>
          </a:p>
          <a:p>
            <a:pPr lvl="1"/>
            <a:r>
              <a:rPr lang="ja-JP" altLang="en-US" sz="2200" dirty="0">
                <a:latin typeface="+mn-ea"/>
              </a:rPr>
              <a:t>ワークロード実行コストとマイグレーションコストのトレードオフ</a:t>
            </a:r>
            <a:endParaRPr lang="en-US" altLang="ja-JP" sz="2200" dirty="0">
              <a:latin typeface="+mn-ea"/>
            </a:endParaRPr>
          </a:p>
          <a:p>
            <a:pPr lvl="2"/>
            <a:r>
              <a:rPr lang="ja-JP" altLang="en-US" sz="2200" dirty="0">
                <a:latin typeface="+mn-ea"/>
              </a:rPr>
              <a:t>整数線形計画問題</a:t>
            </a:r>
            <a:r>
              <a:rPr lang="en-US" altLang="ja-JP" sz="2200" dirty="0">
                <a:latin typeface="+mn-ea"/>
              </a:rPr>
              <a:t>(ILP)</a:t>
            </a:r>
            <a:r>
              <a:rPr lang="ja-JP" altLang="en-US" sz="2200" dirty="0">
                <a:latin typeface="+mn-ea"/>
              </a:rPr>
              <a:t>として定式化</a:t>
            </a:r>
            <a:endParaRPr lang="en-US" altLang="ja-JP" sz="2200" dirty="0">
              <a:latin typeface="+mn-ea"/>
            </a:endParaRPr>
          </a:p>
          <a:p>
            <a:pPr lvl="1"/>
            <a:r>
              <a:rPr lang="ja-JP" altLang="en-US" sz="2200" dirty="0">
                <a:latin typeface="+mn-ea"/>
              </a:rPr>
              <a:t>膨大なクエリ数とタイムステップが、最適化モデルの変数の規模を増大させる</a:t>
            </a:r>
            <a:endParaRPr lang="en-US" altLang="ja-JP" sz="2200" dirty="0">
              <a:latin typeface="+mn-ea"/>
            </a:endParaRPr>
          </a:p>
          <a:p>
            <a:pPr lvl="2"/>
            <a:r>
              <a:rPr lang="ja-JP" altLang="en-US" sz="2200" dirty="0">
                <a:latin typeface="+mn-ea"/>
              </a:rPr>
              <a:t>ワークロードを再帰的に抽象化してスキーマ候補を枝刈りし、最適化を高速化</a:t>
            </a:r>
            <a:endParaRPr lang="en-US" altLang="ja-JP" sz="2200" dirty="0">
              <a:latin typeface="+mn-ea"/>
            </a:endParaRPr>
          </a:p>
          <a:p>
            <a:pPr marL="457200" lvl="1" indent="0">
              <a:buNone/>
            </a:pPr>
            <a:r>
              <a:rPr lang="ja-JP" altLang="en-US" sz="2200" dirty="0"/>
              <a:t>　　　　　</a:t>
            </a:r>
            <a:r>
              <a:rPr lang="en-US" altLang="ja-JP" sz="2200" dirty="0"/>
              <a:t>								</a:t>
            </a:r>
            <a:r>
              <a:rPr lang="en-US" altLang="ja-JP" dirty="0"/>
              <a:t>					</a:t>
            </a:r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82B8F8B-2821-E6BD-74DE-9C090C8B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0775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36C1E-38BA-0ADB-0B84-9563BC48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90C9B7-E876-86F5-3670-DCC4144F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kumimoji="1" lang="ja-JP" altLang="en-US" dirty="0"/>
              <a:t>提案手法</a:t>
            </a: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53957BD-0BC5-4652-073C-15336FE31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5548091-5AEB-C79B-19BF-E62A05D887CB}"/>
              </a:ext>
            </a:extLst>
          </p:cNvPr>
          <p:cNvSpPr/>
          <p:nvPr/>
        </p:nvSpPr>
        <p:spPr>
          <a:xfrm>
            <a:off x="498928" y="2534557"/>
            <a:ext cx="2037443" cy="1036865"/>
          </a:xfrm>
          <a:prstGeom prst="rect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時刻変化するワークロード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E1E14A4-A4FB-5665-B485-76000FA079A1}"/>
              </a:ext>
            </a:extLst>
          </p:cNvPr>
          <p:cNvSpPr/>
          <p:nvPr/>
        </p:nvSpPr>
        <p:spPr>
          <a:xfrm>
            <a:off x="677334" y="4066722"/>
            <a:ext cx="1565123" cy="527050"/>
          </a:xfrm>
          <a:prstGeom prst="rect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スキーマ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61ED7E3-8D9F-A1F0-AC90-1F718440C49B}"/>
              </a:ext>
            </a:extLst>
          </p:cNvPr>
          <p:cNvSpPr/>
          <p:nvPr/>
        </p:nvSpPr>
        <p:spPr>
          <a:xfrm>
            <a:off x="735087" y="5099748"/>
            <a:ext cx="1565124" cy="941614"/>
          </a:xfrm>
          <a:prstGeom prst="rect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容量制約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23C1415A-D0C2-FF7C-B84C-7D2A00EFE82A}"/>
              </a:ext>
            </a:extLst>
          </p:cNvPr>
          <p:cNvSpPr/>
          <p:nvPr/>
        </p:nvSpPr>
        <p:spPr>
          <a:xfrm>
            <a:off x="3603170" y="3862197"/>
            <a:ext cx="1687287" cy="914400"/>
          </a:xfrm>
          <a:prstGeom prst="round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提案手法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A71ACBF-D628-E1A0-8F35-B65CC114877D}"/>
              </a:ext>
            </a:extLst>
          </p:cNvPr>
          <p:cNvSpPr/>
          <p:nvPr/>
        </p:nvSpPr>
        <p:spPr>
          <a:xfrm>
            <a:off x="7374755" y="2514600"/>
            <a:ext cx="2754088" cy="914400"/>
          </a:xfrm>
          <a:prstGeom prst="rect">
            <a:avLst/>
          </a:prstGeom>
          <a:solidFill>
            <a:srgbClr val="00B0F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各時刻のスキーマ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44D3D62-942A-CF09-BA1F-54497A266D49}"/>
              </a:ext>
            </a:extLst>
          </p:cNvPr>
          <p:cNvSpPr/>
          <p:nvPr/>
        </p:nvSpPr>
        <p:spPr>
          <a:xfrm>
            <a:off x="7011295" y="3787113"/>
            <a:ext cx="3481009" cy="914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各時刻のクエリプラン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77D2ED29-0E3E-8429-5345-31877527F4C9}"/>
              </a:ext>
            </a:extLst>
          </p:cNvPr>
          <p:cNvSpPr/>
          <p:nvPr/>
        </p:nvSpPr>
        <p:spPr>
          <a:xfrm>
            <a:off x="6597638" y="5099748"/>
            <a:ext cx="5137743" cy="9144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各時刻間のマイグレーションプラン</a:t>
            </a: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8F7841D3-5F62-3889-023E-C05B80F1F4BA}"/>
              </a:ext>
            </a:extLst>
          </p:cNvPr>
          <p:cNvSpPr/>
          <p:nvPr/>
        </p:nvSpPr>
        <p:spPr>
          <a:xfrm>
            <a:off x="325497" y="2269671"/>
            <a:ext cx="2449286" cy="3810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258C60E1-7D58-8EFE-95E9-76889661D5DC}"/>
              </a:ext>
            </a:extLst>
          </p:cNvPr>
          <p:cNvSpPr/>
          <p:nvPr/>
        </p:nvSpPr>
        <p:spPr>
          <a:xfrm>
            <a:off x="6215743" y="2231571"/>
            <a:ext cx="5780314" cy="38862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8F66DB28-BDEB-29AF-07A0-CC3492B891D4}"/>
              </a:ext>
            </a:extLst>
          </p:cNvPr>
          <p:cNvSpPr/>
          <p:nvPr/>
        </p:nvSpPr>
        <p:spPr>
          <a:xfrm>
            <a:off x="2933252" y="4077081"/>
            <a:ext cx="512523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948934D9-3CEF-D62D-E7E9-F1C54931CF78}"/>
              </a:ext>
            </a:extLst>
          </p:cNvPr>
          <p:cNvSpPr/>
          <p:nvPr/>
        </p:nvSpPr>
        <p:spPr>
          <a:xfrm>
            <a:off x="5496838" y="4077081"/>
            <a:ext cx="512523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415ADFF-A93E-80AB-F38A-09F1089459C3}"/>
              </a:ext>
            </a:extLst>
          </p:cNvPr>
          <p:cNvSpPr txBox="1"/>
          <p:nvPr/>
        </p:nvSpPr>
        <p:spPr>
          <a:xfrm>
            <a:off x="1136729" y="190033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入力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9421029-4E7E-452C-7673-D91EB470E3D2}"/>
              </a:ext>
            </a:extLst>
          </p:cNvPr>
          <p:cNvSpPr txBox="1"/>
          <p:nvPr/>
        </p:nvSpPr>
        <p:spPr>
          <a:xfrm>
            <a:off x="8751799" y="18486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 dirty="0"/>
              <a:t>出力</a:t>
            </a:r>
          </a:p>
        </p:txBody>
      </p:sp>
    </p:spTree>
    <p:extLst>
      <p:ext uri="{BB962C8B-B14F-4D97-AF65-F5344CB8AC3E}">
        <p14:creationId xmlns:p14="http://schemas.microsoft.com/office/powerpoint/2010/main" val="1287234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94FBD6-B2C2-F334-1774-20A0A126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A12A8B-CB8E-ED53-C03C-669A81C2A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DC0197D-D08A-440F-580D-5022F47B3025}"/>
              </a:ext>
            </a:extLst>
          </p:cNvPr>
          <p:cNvSpPr/>
          <p:nvPr/>
        </p:nvSpPr>
        <p:spPr>
          <a:xfrm>
            <a:off x="255003" y="2129657"/>
            <a:ext cx="976562" cy="522515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入力</a:t>
            </a: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3789DAD3-4F8E-ADF9-6B82-1B8579635576}"/>
              </a:ext>
            </a:extLst>
          </p:cNvPr>
          <p:cNvSpPr/>
          <p:nvPr/>
        </p:nvSpPr>
        <p:spPr>
          <a:xfrm>
            <a:off x="10147392" y="3810110"/>
            <a:ext cx="914400" cy="674693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1"/>
                </a:solidFill>
              </a:rPr>
              <a:t>出力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59821B8-21C2-2D89-D2E5-B73C8DCC1253}"/>
              </a:ext>
            </a:extLst>
          </p:cNvPr>
          <p:cNvSpPr/>
          <p:nvPr/>
        </p:nvSpPr>
        <p:spPr>
          <a:xfrm>
            <a:off x="1862084" y="1912047"/>
            <a:ext cx="2111828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実体化ビュー候補列挙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9692532E-55D1-3650-E27B-C7F09B154B37}"/>
              </a:ext>
            </a:extLst>
          </p:cNvPr>
          <p:cNvSpPr/>
          <p:nvPr/>
        </p:nvSpPr>
        <p:spPr>
          <a:xfrm>
            <a:off x="4497633" y="1912047"/>
            <a:ext cx="2111828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クエリプラン列挙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271C1C8A-B58A-C2A4-7C79-736D5B7F82DE}"/>
              </a:ext>
            </a:extLst>
          </p:cNvPr>
          <p:cNvSpPr/>
          <p:nvPr/>
        </p:nvSpPr>
        <p:spPr>
          <a:xfrm>
            <a:off x="7133182" y="1895928"/>
            <a:ext cx="2111828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マイグレーションプラン列挙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182D6DBF-CA58-915D-F54E-61201159E751}"/>
              </a:ext>
            </a:extLst>
          </p:cNvPr>
          <p:cNvSpPr/>
          <p:nvPr/>
        </p:nvSpPr>
        <p:spPr>
          <a:xfrm>
            <a:off x="1871391" y="3671694"/>
            <a:ext cx="2111828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コスト推定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401A7AA1-84D8-B293-650C-1E7300FD6E45}"/>
              </a:ext>
            </a:extLst>
          </p:cNvPr>
          <p:cNvSpPr/>
          <p:nvPr/>
        </p:nvSpPr>
        <p:spPr>
          <a:xfrm>
            <a:off x="4497633" y="3690257"/>
            <a:ext cx="2111828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プルーニング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B1CD98A6-F08E-9255-70DD-4493B501F5F6}"/>
              </a:ext>
            </a:extLst>
          </p:cNvPr>
          <p:cNvSpPr/>
          <p:nvPr/>
        </p:nvSpPr>
        <p:spPr>
          <a:xfrm>
            <a:off x="7172808" y="3671694"/>
            <a:ext cx="2111828" cy="914400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ILP</a:t>
            </a:r>
            <a:r>
              <a:rPr kumimoji="1" lang="ja-JP" altLang="en-US" dirty="0"/>
              <a:t>最適化</a:t>
            </a:r>
          </a:p>
        </p:txBody>
      </p:sp>
      <p:sp>
        <p:nvSpPr>
          <p:cNvPr id="13" name="矢印: 右 12">
            <a:extLst>
              <a:ext uri="{FF2B5EF4-FFF2-40B4-BE49-F238E27FC236}">
                <a16:creationId xmlns:a16="http://schemas.microsoft.com/office/drawing/2014/main" id="{8C25F12F-6FD1-F896-6933-64CC605127C2}"/>
              </a:ext>
            </a:extLst>
          </p:cNvPr>
          <p:cNvSpPr/>
          <p:nvPr/>
        </p:nvSpPr>
        <p:spPr>
          <a:xfrm>
            <a:off x="1397009" y="2148598"/>
            <a:ext cx="358277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矢印: 右 13">
            <a:extLst>
              <a:ext uri="{FF2B5EF4-FFF2-40B4-BE49-F238E27FC236}">
                <a16:creationId xmlns:a16="http://schemas.microsoft.com/office/drawing/2014/main" id="{41696CF4-1612-E80C-A18C-00863FC3696C}"/>
              </a:ext>
            </a:extLst>
          </p:cNvPr>
          <p:cNvSpPr/>
          <p:nvPr/>
        </p:nvSpPr>
        <p:spPr>
          <a:xfrm>
            <a:off x="4109194" y="2148598"/>
            <a:ext cx="358277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矢印: 右 14">
            <a:extLst>
              <a:ext uri="{FF2B5EF4-FFF2-40B4-BE49-F238E27FC236}">
                <a16:creationId xmlns:a16="http://schemas.microsoft.com/office/drawing/2014/main" id="{8214946B-A2D8-72B5-1B9C-F026270CE8FB}"/>
              </a:ext>
            </a:extLst>
          </p:cNvPr>
          <p:cNvSpPr/>
          <p:nvPr/>
        </p:nvSpPr>
        <p:spPr>
          <a:xfrm>
            <a:off x="6714581" y="2136107"/>
            <a:ext cx="358277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E6CBF2B0-323D-FDDC-2DBF-D98BE1F7DB2D}"/>
              </a:ext>
            </a:extLst>
          </p:cNvPr>
          <p:cNvSpPr/>
          <p:nvPr/>
        </p:nvSpPr>
        <p:spPr>
          <a:xfrm>
            <a:off x="4079220" y="3901197"/>
            <a:ext cx="358277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6AAF4948-B52D-F176-D9B5-82901BFE2629}"/>
              </a:ext>
            </a:extLst>
          </p:cNvPr>
          <p:cNvSpPr/>
          <p:nvPr/>
        </p:nvSpPr>
        <p:spPr>
          <a:xfrm>
            <a:off x="6694260" y="3905140"/>
            <a:ext cx="358277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矢印: 右 17">
            <a:extLst>
              <a:ext uri="{FF2B5EF4-FFF2-40B4-BE49-F238E27FC236}">
                <a16:creationId xmlns:a16="http://schemas.microsoft.com/office/drawing/2014/main" id="{E38FC14B-F5B0-8C62-6F28-3C58A1AD7C97}"/>
              </a:ext>
            </a:extLst>
          </p:cNvPr>
          <p:cNvSpPr/>
          <p:nvPr/>
        </p:nvSpPr>
        <p:spPr>
          <a:xfrm>
            <a:off x="9489706" y="3905140"/>
            <a:ext cx="358277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矢印: 右 18">
            <a:extLst>
              <a:ext uri="{FF2B5EF4-FFF2-40B4-BE49-F238E27FC236}">
                <a16:creationId xmlns:a16="http://schemas.microsoft.com/office/drawing/2014/main" id="{C1500942-9B42-A4F4-B22D-0096E8F037C2}"/>
              </a:ext>
            </a:extLst>
          </p:cNvPr>
          <p:cNvSpPr/>
          <p:nvPr/>
        </p:nvSpPr>
        <p:spPr>
          <a:xfrm>
            <a:off x="1465113" y="3886578"/>
            <a:ext cx="358277" cy="48463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1375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BFF102-0B5B-992E-3CE8-C5580276D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87316"/>
          </a:xfrm>
        </p:spPr>
        <p:txBody>
          <a:bodyPr/>
          <a:lstStyle/>
          <a:p>
            <a:r>
              <a:rPr kumimoji="1" lang="ja-JP" altLang="en-US" dirty="0"/>
              <a:t>提案手法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6C78221-AC22-E9A1-BC56-7434EAC33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42" y="1914934"/>
            <a:ext cx="4902138" cy="3880773"/>
          </a:xfrm>
        </p:spPr>
        <p:txBody>
          <a:bodyPr/>
          <a:lstStyle/>
          <a:p>
            <a:r>
              <a:rPr lang="ja-JP" altLang="en-US" sz="2000" b="1" dirty="0">
                <a:latin typeface="+mn-ea"/>
              </a:rPr>
              <a:t>実体化ビュー候補列挙</a:t>
            </a:r>
            <a:endParaRPr lang="en-US" altLang="ja-JP" sz="2000" b="1" dirty="0">
              <a:latin typeface="+mn-ea"/>
            </a:endParaRPr>
          </a:p>
          <a:p>
            <a:pPr lvl="1"/>
            <a:r>
              <a:rPr lang="ja-JP" altLang="en-US" sz="2000" dirty="0">
                <a:latin typeface="+mn-ea"/>
              </a:rPr>
              <a:t>ワークロードに含まれる各クエリが包含する全てのサブクエリを列挙する</a:t>
            </a:r>
          </a:p>
          <a:p>
            <a:pPr lvl="1"/>
            <a:r>
              <a:rPr lang="ja-JP" altLang="en-US" sz="2000" dirty="0">
                <a:latin typeface="+mn-ea"/>
              </a:rPr>
              <a:t>これらが実体化ビューの候補となる</a:t>
            </a:r>
            <a:endParaRPr lang="en-US" altLang="ja-JP" sz="2000" dirty="0">
              <a:latin typeface="+mn-ea"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206D6B7-0574-95CF-496A-DA87B1EC7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07D7C742-9324-1A3A-DF25-1F68237C4B0D}"/>
                  </a:ext>
                </a:extLst>
              </p:cNvPr>
              <p:cNvSpPr txBox="1"/>
              <p:nvPr/>
            </p:nvSpPr>
            <p:spPr>
              <a:xfrm>
                <a:off x="7037787" y="1212250"/>
                <a:ext cx="249745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l-GR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𝑢𝑠𝑒𝑟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07D7C742-9324-1A3A-DF25-1F68237C4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7787" y="1212250"/>
                <a:ext cx="249745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7AF6F7B-52DA-FF25-5C84-A03E82F1737E}"/>
              </a:ext>
            </a:extLst>
          </p:cNvPr>
          <p:cNvCxnSpPr>
            <a:cxnSpLocks/>
          </p:cNvCxnSpPr>
          <p:nvPr/>
        </p:nvCxnSpPr>
        <p:spPr>
          <a:xfrm>
            <a:off x="8159977" y="1697669"/>
            <a:ext cx="0" cy="698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フローチャート: 照合 6">
            <a:extLst>
              <a:ext uri="{FF2B5EF4-FFF2-40B4-BE49-F238E27FC236}">
                <a16:creationId xmlns:a16="http://schemas.microsoft.com/office/drawing/2014/main" id="{15A1A893-B0AD-7FE5-4FEA-56E7426824F1}"/>
              </a:ext>
            </a:extLst>
          </p:cNvPr>
          <p:cNvSpPr/>
          <p:nvPr/>
        </p:nvSpPr>
        <p:spPr>
          <a:xfrm rot="5400000">
            <a:off x="8000969" y="2438979"/>
            <a:ext cx="318014" cy="457199"/>
          </a:xfrm>
          <a:prstGeom prst="flowChartCol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F98A5AB-9E5E-CF27-2D89-CBB85B2D5428}"/>
                  </a:ext>
                </a:extLst>
              </p:cNvPr>
              <p:cNvSpPr txBox="1"/>
              <p:nvPr/>
            </p:nvSpPr>
            <p:spPr>
              <a:xfrm>
                <a:off x="8241619" y="2826586"/>
                <a:ext cx="25872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ser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orders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user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F98A5AB-9E5E-CF27-2D89-CBB85B2D5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19" y="2826586"/>
                <a:ext cx="2587247" cy="276999"/>
              </a:xfrm>
              <a:prstGeom prst="rect">
                <a:avLst/>
              </a:prstGeom>
              <a:blipFill>
                <a:blip r:embed="rId4"/>
                <a:stretch>
                  <a:fillRect l="-708" r="-1887" b="-1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A7A5DB78-3D6F-6B5B-1E70-3377FEEEDED5}"/>
              </a:ext>
            </a:extLst>
          </p:cNvPr>
          <p:cNvCxnSpPr>
            <a:cxnSpLocks/>
          </p:cNvCxnSpPr>
          <p:nvPr/>
        </p:nvCxnSpPr>
        <p:spPr>
          <a:xfrm flipH="1">
            <a:off x="7372013" y="3182315"/>
            <a:ext cx="559363" cy="640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07EDB35-9368-CDB1-9667-F471F5BCD269}"/>
              </a:ext>
            </a:extLst>
          </p:cNvPr>
          <p:cNvCxnSpPr>
            <a:cxnSpLocks/>
          </p:cNvCxnSpPr>
          <p:nvPr/>
        </p:nvCxnSpPr>
        <p:spPr>
          <a:xfrm>
            <a:off x="8481104" y="3174342"/>
            <a:ext cx="609602" cy="594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1D079912-BCB3-568F-AB16-C1127DBCC663}"/>
                  </a:ext>
                </a:extLst>
              </p:cNvPr>
              <p:cNvSpPr txBox="1"/>
              <p:nvPr/>
            </p:nvSpPr>
            <p:spPr>
              <a:xfrm>
                <a:off x="6551749" y="3971911"/>
                <a:ext cx="1102994" cy="39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&gt;25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1D079912-BCB3-568F-AB16-C1127DBCC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749" y="3971911"/>
                <a:ext cx="1102994" cy="399405"/>
              </a:xfrm>
              <a:prstGeom prst="rect">
                <a:avLst/>
              </a:prstGeom>
              <a:blipFill>
                <a:blip r:embed="rId5"/>
                <a:stretch>
                  <a:fillRect l="-2762" r="-1105" b="-2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D391826-D6E4-6550-1211-E6B2C4ADA6FE}"/>
                  </a:ext>
                </a:extLst>
              </p:cNvPr>
              <p:cNvSpPr txBox="1"/>
              <p:nvPr/>
            </p:nvSpPr>
            <p:spPr>
              <a:xfrm>
                <a:off x="8916533" y="3971911"/>
                <a:ext cx="1547283" cy="3985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𝑞𝑢𝑎𝑛𝑡𝑖𝑡𝑦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&gt;2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7D391826-D6E4-6550-1211-E6B2C4ADA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6533" y="3971911"/>
                <a:ext cx="1547283" cy="398507"/>
              </a:xfrm>
              <a:prstGeom prst="rect">
                <a:avLst/>
              </a:prstGeom>
              <a:blipFill>
                <a:blip r:embed="rId6"/>
                <a:stretch>
                  <a:fillRect l="-1969" r="-394" b="-24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FABD389F-3E34-A357-2370-20B3BB5BD7AC}"/>
              </a:ext>
            </a:extLst>
          </p:cNvPr>
          <p:cNvCxnSpPr>
            <a:cxnSpLocks/>
          </p:cNvCxnSpPr>
          <p:nvPr/>
        </p:nvCxnSpPr>
        <p:spPr>
          <a:xfrm>
            <a:off x="7037787" y="4535438"/>
            <a:ext cx="0" cy="4354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89B89F55-F46E-3E86-14BC-9BE51F6ACA96}"/>
              </a:ext>
            </a:extLst>
          </p:cNvPr>
          <p:cNvCxnSpPr>
            <a:cxnSpLocks/>
          </p:cNvCxnSpPr>
          <p:nvPr/>
        </p:nvCxnSpPr>
        <p:spPr>
          <a:xfrm>
            <a:off x="9661998" y="4513666"/>
            <a:ext cx="0" cy="4354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862F147-5C5D-6EA8-53D7-0EC04C94F8FC}"/>
                  </a:ext>
                </a:extLst>
              </p:cNvPr>
              <p:cNvSpPr txBox="1"/>
              <p:nvPr/>
            </p:nvSpPr>
            <p:spPr>
              <a:xfrm>
                <a:off x="6703560" y="5134989"/>
                <a:ext cx="6684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user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A862F147-5C5D-6EA8-53D7-0EC04C94F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3560" y="5134989"/>
                <a:ext cx="668453" cy="369332"/>
              </a:xfrm>
              <a:prstGeom prst="rect">
                <a:avLst/>
              </a:prstGeom>
              <a:blipFill>
                <a:blip r:embed="rId7"/>
                <a:stretch>
                  <a:fillRect l="-4587" r="-4587" b="-16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B25BA85-95AE-3D9F-E226-8A6E76E285BA}"/>
                  </a:ext>
                </a:extLst>
              </p:cNvPr>
              <p:cNvSpPr txBox="1"/>
              <p:nvPr/>
            </p:nvSpPr>
            <p:spPr>
              <a:xfrm>
                <a:off x="9181898" y="5100418"/>
                <a:ext cx="96019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orders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DB25BA85-95AE-3D9F-E226-8A6E76E28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1898" y="5100418"/>
                <a:ext cx="960199" cy="369332"/>
              </a:xfrm>
              <a:prstGeom prst="rect">
                <a:avLst/>
              </a:prstGeom>
              <a:blipFill>
                <a:blip r:embed="rId8"/>
                <a:stretch>
                  <a:fillRect l="-6329" r="-6329" b="-1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5788029D-925F-A074-79E9-DA8661FB0E26}"/>
              </a:ext>
            </a:extLst>
          </p:cNvPr>
          <p:cNvSpPr/>
          <p:nvPr/>
        </p:nvSpPr>
        <p:spPr>
          <a:xfrm>
            <a:off x="6346371" y="3822424"/>
            <a:ext cx="1547276" cy="197328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F4495725-8664-F572-4FBC-1D0CA0C004BD}"/>
              </a:ext>
            </a:extLst>
          </p:cNvPr>
          <p:cNvSpPr/>
          <p:nvPr/>
        </p:nvSpPr>
        <p:spPr>
          <a:xfrm>
            <a:off x="8590663" y="3822424"/>
            <a:ext cx="2066451" cy="1973283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7CD17C96-78BE-7B67-41F8-4984E13BFECE}"/>
              </a:ext>
            </a:extLst>
          </p:cNvPr>
          <p:cNvSpPr/>
          <p:nvPr/>
        </p:nvSpPr>
        <p:spPr>
          <a:xfrm>
            <a:off x="6030035" y="2385743"/>
            <a:ext cx="4902138" cy="3532791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449577F3-838E-8811-84CE-4AF3BAC0E10B}"/>
              </a:ext>
            </a:extLst>
          </p:cNvPr>
          <p:cNvSpPr/>
          <p:nvPr/>
        </p:nvSpPr>
        <p:spPr>
          <a:xfrm>
            <a:off x="5834743" y="1212250"/>
            <a:ext cx="5301343" cy="4829112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D47822E-BD0C-9C90-0FB7-985A645F998E}"/>
              </a:ext>
            </a:extLst>
          </p:cNvPr>
          <p:cNvSpPr txBox="1"/>
          <p:nvPr/>
        </p:nvSpPr>
        <p:spPr>
          <a:xfrm>
            <a:off x="6038689" y="3414119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サブクエリ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A4C26B13-DF12-2CE5-5CB5-5A9F7979A705}"/>
              </a:ext>
            </a:extLst>
          </p:cNvPr>
          <p:cNvSpPr txBox="1"/>
          <p:nvPr/>
        </p:nvSpPr>
        <p:spPr>
          <a:xfrm>
            <a:off x="6641685" y="726259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サブクエリ</a:t>
            </a:r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FB99803-4244-7290-37F2-2B411E286D0F}"/>
              </a:ext>
            </a:extLst>
          </p:cNvPr>
          <p:cNvSpPr txBox="1"/>
          <p:nvPr/>
        </p:nvSpPr>
        <p:spPr>
          <a:xfrm>
            <a:off x="6458776" y="1999566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サブクエリ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9C7BF84-E66D-39FB-7113-7709AE2D4E38}"/>
              </a:ext>
            </a:extLst>
          </p:cNvPr>
          <p:cNvSpPr txBox="1"/>
          <p:nvPr/>
        </p:nvSpPr>
        <p:spPr>
          <a:xfrm>
            <a:off x="9016053" y="3457299"/>
            <a:ext cx="146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サブクエリ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2593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/>
      <p:bldP spid="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5EF826-9066-4627-5E01-9D80DB4B5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1114"/>
          </a:xfrm>
        </p:spPr>
        <p:txBody>
          <a:bodyPr/>
          <a:lstStyle/>
          <a:p>
            <a:r>
              <a:rPr kumimoji="1" lang="ja-JP" altLang="en-US" dirty="0"/>
              <a:t>提案手法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E5BA85-2B48-3D5A-BCC0-777E914F9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064" y="1836852"/>
            <a:ext cx="8596668" cy="3880773"/>
          </a:xfrm>
        </p:spPr>
        <p:txBody>
          <a:bodyPr/>
          <a:lstStyle/>
          <a:p>
            <a:r>
              <a:rPr lang="ja-JP" altLang="en-US" sz="2000" b="1" dirty="0">
                <a:latin typeface="+mn-ea"/>
              </a:rPr>
              <a:t>クエリプラン列挙</a:t>
            </a:r>
            <a:endParaRPr lang="en-US" altLang="ja-JP" sz="2000" b="1" dirty="0">
              <a:latin typeface="+mn-ea"/>
            </a:endParaRPr>
          </a:p>
          <a:p>
            <a:pPr lvl="1"/>
            <a:r>
              <a:rPr lang="ja-JP" altLang="en-US" sz="2000" dirty="0">
                <a:latin typeface="+mn-ea"/>
              </a:rPr>
              <a:t>ワークロード内の各クエリについて、どの実体化ビューを用いるかの全ての組み合わせを考え、クエリプランを列挙する</a:t>
            </a:r>
            <a:endParaRPr lang="en-US" altLang="ja-JP" sz="2000" dirty="0">
              <a:latin typeface="+mn-ea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71E69D-FBEB-2D7F-7CE6-8F5D5CDDB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17" name="スライド番号プレースホルダー 42">
            <a:extLst>
              <a:ext uri="{FF2B5EF4-FFF2-40B4-BE49-F238E27FC236}">
                <a16:creationId xmlns:a16="http://schemas.microsoft.com/office/drawing/2014/main" id="{10329ED4-C213-9B06-8396-C6CE9F024BB4}"/>
              </a:ext>
            </a:extLst>
          </p:cNvPr>
          <p:cNvSpPr txBox="1">
            <a:spLocks/>
          </p:cNvSpPr>
          <p:nvPr/>
        </p:nvSpPr>
        <p:spPr>
          <a:xfrm>
            <a:off x="8743063" y="61937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ja-JP" altLang="en-US" dirty="0"/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CE8BFF2A-0543-3657-75DA-A3E07E848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53" y="3650949"/>
            <a:ext cx="2514894" cy="257297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01E0FE14-A7F4-FF4B-99AB-55BA27A6A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361" y="3620787"/>
            <a:ext cx="2514894" cy="2572975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1F89A269-1DD8-E1A9-D421-24773C174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1969" y="3675425"/>
            <a:ext cx="2514894" cy="2572975"/>
          </a:xfrm>
          <a:prstGeom prst="rect">
            <a:avLst/>
          </a:prstGeom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84C29DA2-7A60-5EC2-3E87-CDE56214366D}"/>
              </a:ext>
            </a:extLst>
          </p:cNvPr>
          <p:cNvSpPr/>
          <p:nvPr/>
        </p:nvSpPr>
        <p:spPr>
          <a:xfrm>
            <a:off x="536953" y="4961912"/>
            <a:ext cx="834647" cy="128648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四角形: 角を丸くする 27">
            <a:extLst>
              <a:ext uri="{FF2B5EF4-FFF2-40B4-BE49-F238E27FC236}">
                <a16:creationId xmlns:a16="http://schemas.microsoft.com/office/drawing/2014/main" id="{EAA5D942-0C83-6DB3-2B4E-1C7BC4AE087A}"/>
              </a:ext>
            </a:extLst>
          </p:cNvPr>
          <p:cNvSpPr/>
          <p:nvPr/>
        </p:nvSpPr>
        <p:spPr>
          <a:xfrm>
            <a:off x="4528457" y="5072743"/>
            <a:ext cx="1152417" cy="1175657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四角形: 角を丸くする 28">
            <a:extLst>
              <a:ext uri="{FF2B5EF4-FFF2-40B4-BE49-F238E27FC236}">
                <a16:creationId xmlns:a16="http://schemas.microsoft.com/office/drawing/2014/main" id="{19984297-300B-3557-574B-E16B2C0C26C7}"/>
              </a:ext>
            </a:extLst>
          </p:cNvPr>
          <p:cNvSpPr/>
          <p:nvPr/>
        </p:nvSpPr>
        <p:spPr>
          <a:xfrm>
            <a:off x="6151969" y="4408714"/>
            <a:ext cx="2514894" cy="1785048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548E94F-FC61-BC70-6F61-C007C59AA4CF}"/>
              </a:ext>
            </a:extLst>
          </p:cNvPr>
          <p:cNvSpPr txBox="1"/>
          <p:nvPr/>
        </p:nvSpPr>
        <p:spPr>
          <a:xfrm>
            <a:off x="677334" y="3244334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クエリプラン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1977348-41AD-02A0-8B79-8199965E7256}"/>
              </a:ext>
            </a:extLst>
          </p:cNvPr>
          <p:cNvSpPr txBox="1"/>
          <p:nvPr/>
        </p:nvSpPr>
        <p:spPr>
          <a:xfrm>
            <a:off x="3524040" y="3281617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クエリプラン</a:t>
            </a:r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C9FE034-AD35-1268-449B-15A7942526E1}"/>
              </a:ext>
            </a:extLst>
          </p:cNvPr>
          <p:cNvSpPr txBox="1"/>
          <p:nvPr/>
        </p:nvSpPr>
        <p:spPr>
          <a:xfrm>
            <a:off x="6370747" y="3331706"/>
            <a:ext cx="1691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クエリプラン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0805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/>
      <p:bldP spid="31" grpId="0"/>
      <p:bldP spid="3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0893B-DE1C-EDAE-6F1F-D2B46DF1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70857"/>
          </a:xfrm>
        </p:spPr>
        <p:txBody>
          <a:bodyPr/>
          <a:lstStyle/>
          <a:p>
            <a:r>
              <a:rPr kumimoji="1" lang="ja-JP" altLang="en-US" dirty="0"/>
              <a:t>提案手法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13D280-E9F2-51B8-5C5F-C67DF3DBE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123" y="1373668"/>
            <a:ext cx="8596668" cy="3880773"/>
          </a:xfrm>
        </p:spPr>
        <p:txBody>
          <a:bodyPr/>
          <a:lstStyle/>
          <a:p>
            <a:r>
              <a:rPr lang="ja-JP" altLang="en-US" sz="2000" b="1" dirty="0">
                <a:latin typeface="+mn-ea"/>
              </a:rPr>
              <a:t>マイグレーションプラン列挙</a:t>
            </a:r>
            <a:endParaRPr lang="en-US" altLang="ja-JP" sz="2000" b="1" dirty="0">
              <a:latin typeface="+mn-ea"/>
            </a:endParaRPr>
          </a:p>
          <a:p>
            <a:pPr lvl="1"/>
            <a:r>
              <a:rPr lang="ja-JP" altLang="en-US" sz="2000" dirty="0">
                <a:latin typeface="+mn-ea"/>
              </a:rPr>
              <a:t>各実体化ビュー候補について、どのようにしてその実体化ビューを作成するかのプランを列挙する</a:t>
            </a:r>
            <a:endParaRPr lang="en-US" altLang="ja-JP" sz="2000" dirty="0">
              <a:latin typeface="+mn-ea"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377903B-6182-148D-85F4-E2A48DA3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A8453109-F086-9902-1378-BD2D9D95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47" y="2964023"/>
            <a:ext cx="1198651" cy="870414"/>
          </a:xfrm>
          <a:prstGeom prst="rect">
            <a:avLst/>
          </a:prstGeom>
        </p:spPr>
      </p:pic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A4E5AF59-CEF4-EFEB-B9E2-A2EC4880250A}"/>
              </a:ext>
            </a:extLst>
          </p:cNvPr>
          <p:cNvSpPr/>
          <p:nvPr/>
        </p:nvSpPr>
        <p:spPr>
          <a:xfrm>
            <a:off x="6133771" y="3199507"/>
            <a:ext cx="1876772" cy="1499303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F02A3A94-E4AD-1EDE-1205-F5EBF1125970}"/>
              </a:ext>
            </a:extLst>
          </p:cNvPr>
          <p:cNvSpPr/>
          <p:nvPr/>
        </p:nvSpPr>
        <p:spPr>
          <a:xfrm>
            <a:off x="998435" y="3342968"/>
            <a:ext cx="437194" cy="4914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A4CF1B1-8C65-A3C2-34CE-1BFED6A9B900}"/>
              </a:ext>
            </a:extLst>
          </p:cNvPr>
          <p:cNvSpPr txBox="1"/>
          <p:nvPr/>
        </p:nvSpPr>
        <p:spPr>
          <a:xfrm>
            <a:off x="1959429" y="2534336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時刻</a:t>
            </a:r>
            <a:r>
              <a:rPr kumimoji="1" lang="en-US" altLang="ja-JP" dirty="0"/>
              <a:t>t</a:t>
            </a:r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AFA6D47-4039-6800-3EBD-96404B3369CB}"/>
              </a:ext>
            </a:extLst>
          </p:cNvPr>
          <p:cNvSpPr txBox="1"/>
          <p:nvPr/>
        </p:nvSpPr>
        <p:spPr>
          <a:xfrm>
            <a:off x="6679046" y="2593781"/>
            <a:ext cx="981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時刻</a:t>
            </a:r>
            <a:r>
              <a:rPr kumimoji="1" lang="en-US" altLang="ja-JP" dirty="0"/>
              <a:t>t+1</a:t>
            </a:r>
            <a:endParaRPr kumimoji="1" lang="ja-JP" altLang="en-US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4E82FC79-A63A-6C8E-A955-E7A354A65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162" y="3894777"/>
            <a:ext cx="1198651" cy="87041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11597C43-0EA6-4DFC-D412-E00AAB0A1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68" y="3978217"/>
            <a:ext cx="1198651" cy="870414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A9C313F9-62B7-FDE5-B873-46D587F0F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610" y="3302963"/>
            <a:ext cx="1650380" cy="1305294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AD1EC504-F9BE-62BB-7C6D-8FE203E58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232" y="2981095"/>
            <a:ext cx="1198651" cy="870414"/>
          </a:xfrm>
          <a:prstGeom prst="rect">
            <a:avLst/>
          </a:prstGeom>
        </p:spPr>
      </p:pic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7BC0D4A7-2CEA-132E-0D3B-9135182E1DBF}"/>
              </a:ext>
            </a:extLst>
          </p:cNvPr>
          <p:cNvSpPr/>
          <p:nvPr/>
        </p:nvSpPr>
        <p:spPr>
          <a:xfrm>
            <a:off x="922157" y="4352770"/>
            <a:ext cx="437194" cy="4914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3AD13F9-D4DB-DD0E-C469-FE38753C15A3}"/>
              </a:ext>
            </a:extLst>
          </p:cNvPr>
          <p:cNvSpPr/>
          <p:nvPr/>
        </p:nvSpPr>
        <p:spPr>
          <a:xfrm>
            <a:off x="3153850" y="3371624"/>
            <a:ext cx="437194" cy="4914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F4C64577-5387-59F0-7FF0-D3B8383C6D29}"/>
              </a:ext>
            </a:extLst>
          </p:cNvPr>
          <p:cNvSpPr/>
          <p:nvPr/>
        </p:nvSpPr>
        <p:spPr>
          <a:xfrm>
            <a:off x="1631972" y="4361523"/>
            <a:ext cx="437194" cy="4914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A13C24A4-C2C1-4F5C-3554-5EFA63721EBD}"/>
              </a:ext>
            </a:extLst>
          </p:cNvPr>
          <p:cNvSpPr txBox="1"/>
          <p:nvPr/>
        </p:nvSpPr>
        <p:spPr>
          <a:xfrm>
            <a:off x="2097447" y="4908810"/>
            <a:ext cx="461665" cy="2622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E1B7F11-85E8-85C2-5402-B81D269D3DCD}"/>
              </a:ext>
            </a:extLst>
          </p:cNvPr>
          <p:cNvSpPr txBox="1"/>
          <p:nvPr/>
        </p:nvSpPr>
        <p:spPr>
          <a:xfrm>
            <a:off x="6938892" y="4777684"/>
            <a:ext cx="461665" cy="2622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26DFE9F6-AB1E-A41F-04F6-937F455E8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219" y="5393022"/>
            <a:ext cx="1310856" cy="1242491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B997C9EB-AB2F-5FF1-8B03-3C1FB62EC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9804" y="5368385"/>
            <a:ext cx="1310856" cy="1242491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D8EEA8B4-35F5-2661-42EC-3B8E59D17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660" y="5393021"/>
            <a:ext cx="1310856" cy="1242491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8B1EE83E-3FF2-1EEB-D677-8CDE9FBC9C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610" y="5171061"/>
            <a:ext cx="1560542" cy="1479155"/>
          </a:xfrm>
          <a:prstGeom prst="rect">
            <a:avLst/>
          </a:prstGeom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E066B6E0-BC94-70E2-B9D1-3D0F5F7A25B5}"/>
              </a:ext>
            </a:extLst>
          </p:cNvPr>
          <p:cNvSpPr/>
          <p:nvPr/>
        </p:nvSpPr>
        <p:spPr>
          <a:xfrm>
            <a:off x="6096000" y="5171061"/>
            <a:ext cx="1876772" cy="1499303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四角形: 角を丸くする 31">
            <a:extLst>
              <a:ext uri="{FF2B5EF4-FFF2-40B4-BE49-F238E27FC236}">
                <a16:creationId xmlns:a16="http://schemas.microsoft.com/office/drawing/2014/main" id="{446BD049-8052-682F-EF93-BAA654020CDA}"/>
              </a:ext>
            </a:extLst>
          </p:cNvPr>
          <p:cNvSpPr/>
          <p:nvPr/>
        </p:nvSpPr>
        <p:spPr>
          <a:xfrm>
            <a:off x="422125" y="6119407"/>
            <a:ext cx="437194" cy="4914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3D8C9777-0E0E-359E-D0DA-CB2E7A33C48B}"/>
              </a:ext>
            </a:extLst>
          </p:cNvPr>
          <p:cNvSpPr/>
          <p:nvPr/>
        </p:nvSpPr>
        <p:spPr>
          <a:xfrm>
            <a:off x="1801287" y="5681630"/>
            <a:ext cx="1197644" cy="96858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952FEABF-8F96-381C-11F2-9C41AE68AD3D}"/>
              </a:ext>
            </a:extLst>
          </p:cNvPr>
          <p:cNvSpPr/>
          <p:nvPr/>
        </p:nvSpPr>
        <p:spPr>
          <a:xfrm>
            <a:off x="1127642" y="6130142"/>
            <a:ext cx="437194" cy="49146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8055B817-5FCF-860C-271D-B164B4FAEA9C}"/>
              </a:ext>
            </a:extLst>
          </p:cNvPr>
          <p:cNvSpPr txBox="1"/>
          <p:nvPr/>
        </p:nvSpPr>
        <p:spPr>
          <a:xfrm>
            <a:off x="2097446" y="6661448"/>
            <a:ext cx="461665" cy="2622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5A884EB7-913D-2A58-BEA6-99F73483EA1E}"/>
              </a:ext>
            </a:extLst>
          </p:cNvPr>
          <p:cNvSpPr txBox="1"/>
          <p:nvPr/>
        </p:nvSpPr>
        <p:spPr>
          <a:xfrm>
            <a:off x="6841324" y="6635512"/>
            <a:ext cx="461665" cy="2622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F3DB54D7-B62F-EBBB-E0C9-C594C0F74E33}"/>
              </a:ext>
            </a:extLst>
          </p:cNvPr>
          <p:cNvCxnSpPr>
            <a:cxnSpLocks/>
          </p:cNvCxnSpPr>
          <p:nvPr/>
        </p:nvCxnSpPr>
        <p:spPr>
          <a:xfrm>
            <a:off x="2231298" y="3199507"/>
            <a:ext cx="3771634" cy="488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C0CCA106-B6E7-0080-E1F3-14AB853AE25E}"/>
              </a:ext>
            </a:extLst>
          </p:cNvPr>
          <p:cNvCxnSpPr>
            <a:cxnSpLocks/>
          </p:cNvCxnSpPr>
          <p:nvPr/>
        </p:nvCxnSpPr>
        <p:spPr>
          <a:xfrm>
            <a:off x="3721883" y="3660518"/>
            <a:ext cx="2281049" cy="221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A60251CD-9F24-E9B2-AF84-17BEDEA8A428}"/>
              </a:ext>
            </a:extLst>
          </p:cNvPr>
          <p:cNvCxnSpPr>
            <a:cxnSpLocks/>
          </p:cNvCxnSpPr>
          <p:nvPr/>
        </p:nvCxnSpPr>
        <p:spPr>
          <a:xfrm>
            <a:off x="3122557" y="6041362"/>
            <a:ext cx="2880375" cy="217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5AC28C87-B027-72DA-29F7-7B4747A01B73}"/>
              </a:ext>
            </a:extLst>
          </p:cNvPr>
          <p:cNvCxnSpPr>
            <a:cxnSpLocks/>
          </p:cNvCxnSpPr>
          <p:nvPr/>
        </p:nvCxnSpPr>
        <p:spPr>
          <a:xfrm flipV="1">
            <a:off x="3656088" y="4013918"/>
            <a:ext cx="2346844" cy="166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60927B60-9D99-1318-C02E-79E7623118E5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187019" y="4147348"/>
            <a:ext cx="3815913" cy="266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矢印コネクタ 54">
            <a:extLst>
              <a:ext uri="{FF2B5EF4-FFF2-40B4-BE49-F238E27FC236}">
                <a16:creationId xmlns:a16="http://schemas.microsoft.com/office/drawing/2014/main" id="{481625BB-1AA1-742A-9F60-616C5A0FB49D}"/>
              </a:ext>
            </a:extLst>
          </p:cNvPr>
          <p:cNvCxnSpPr>
            <a:cxnSpLocks/>
          </p:cNvCxnSpPr>
          <p:nvPr/>
        </p:nvCxnSpPr>
        <p:spPr>
          <a:xfrm flipV="1">
            <a:off x="1631972" y="6223924"/>
            <a:ext cx="4370960" cy="1908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95A2857E-311E-F92A-739A-1D800EB7C3B2}"/>
              </a:ext>
            </a:extLst>
          </p:cNvPr>
          <p:cNvCxnSpPr>
            <a:cxnSpLocks/>
          </p:cNvCxnSpPr>
          <p:nvPr/>
        </p:nvCxnSpPr>
        <p:spPr>
          <a:xfrm>
            <a:off x="4117115" y="5758543"/>
            <a:ext cx="1885817" cy="1520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12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5" grpId="0"/>
      <p:bldP spid="11" grpId="0"/>
      <p:bldP spid="20" grpId="0" animBg="1"/>
      <p:bldP spid="21" grpId="0" animBg="1"/>
      <p:bldP spid="22" grpId="0" animBg="1"/>
      <p:bldP spid="23" grpId="0"/>
      <p:bldP spid="25" grpId="0"/>
      <p:bldP spid="31" grpId="0" animBg="1"/>
      <p:bldP spid="32" grpId="0" animBg="1"/>
      <p:bldP spid="33" grpId="0" animBg="1"/>
      <p:bldP spid="34" grpId="0" animBg="1"/>
      <p:bldP spid="36" grpId="0"/>
      <p:bldP spid="3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F9AA8-5CC4-5D43-A0A0-0AF2130A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68" y="454873"/>
            <a:ext cx="8596668" cy="930041"/>
          </a:xfrm>
        </p:spPr>
        <p:txBody>
          <a:bodyPr>
            <a:normAutofit/>
          </a:bodyPr>
          <a:lstStyle/>
          <a:p>
            <a:r>
              <a:rPr lang="en-US" altLang="ja-JP" dirty="0"/>
              <a:t>ILP</a:t>
            </a:r>
            <a:r>
              <a:rPr lang="ja-JP" altLang="en-US" dirty="0"/>
              <a:t>による定式化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4BB08-0C3E-F245-BE6E-9F0313CB5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59" y="1613063"/>
            <a:ext cx="11080432" cy="524493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ja-JP" altLang="en-US" sz="2000" dirty="0">
                <a:latin typeface="+mn-ea"/>
              </a:rPr>
              <a:t>ワークロード実行コストとマイグレーションコストを</a:t>
            </a:r>
            <a:r>
              <a:rPr lang="en-US" altLang="ja-JP" sz="2000" dirty="0">
                <a:latin typeface="+mn-ea"/>
              </a:rPr>
              <a:t>1</a:t>
            </a:r>
            <a:r>
              <a:rPr lang="ja-JP" altLang="en-US" sz="2000" dirty="0">
                <a:latin typeface="+mn-ea"/>
              </a:rPr>
              <a:t>つの</a:t>
            </a:r>
            <a:r>
              <a:rPr lang="en-US" altLang="ja-JP" sz="2000" dirty="0">
                <a:latin typeface="+mn-ea"/>
              </a:rPr>
              <a:t>ILP</a:t>
            </a:r>
            <a:r>
              <a:rPr lang="ja-JP" altLang="en-US" sz="2000" dirty="0">
                <a:latin typeface="+mn-ea"/>
              </a:rPr>
              <a:t>で定式化</a:t>
            </a:r>
            <a:endParaRPr lang="en-US" sz="2000" dirty="0">
              <a:latin typeface="+mn-ea"/>
            </a:endParaRP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A2A4EEB8-A247-2E2C-4EBA-ECE64F4B5C48}"/>
              </a:ext>
            </a:extLst>
          </p:cNvPr>
          <p:cNvGrpSpPr/>
          <p:nvPr/>
        </p:nvGrpSpPr>
        <p:grpSpPr>
          <a:xfrm>
            <a:off x="1020285" y="2698012"/>
            <a:ext cx="8207351" cy="1975941"/>
            <a:chOff x="1667028" y="2190654"/>
            <a:chExt cx="8207351" cy="197594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4">
                  <a:extLst>
                    <a:ext uri="{FF2B5EF4-FFF2-40B4-BE49-F238E27FC236}">
                      <a16:creationId xmlns:a16="http://schemas.microsoft.com/office/drawing/2014/main" id="{DE559891-6F5E-2F49-8C46-12C16F7D693D}"/>
                    </a:ext>
                  </a:extLst>
                </p:cNvPr>
                <p:cNvSpPr txBox="1"/>
                <p:nvPr/>
              </p:nvSpPr>
              <p:spPr>
                <a:xfrm>
                  <a:off x="2548411" y="2190654"/>
                  <a:ext cx="6068584" cy="8102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ED7D3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𝑀</m:t>
                        </m:r>
                        <m:r>
                          <a:rPr kumimoji="1" lang="en-US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1" lang="en-US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𝑎𝑟𝑔𝑚𝑖𝑛</m:t>
                        </m:r>
                        <m:r>
                          <a:rPr kumimoji="1" lang="en-US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>
                            <m: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  <m: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=0</m:t>
                            </m:r>
                          </m:sub>
                          <m:sup>
                            <m: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𝑇</m:t>
                            </m:r>
                          </m:sup>
                          <m:e>
                            <m: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5B9BD5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5B9BD5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5B9BD5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5B9BD5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𝑖𝑗𝑡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5B9BD5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5B9BD5">
                                        <a:lumMod val="75000"/>
                                      </a:srgbClr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5B9BD5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5B9BD5">
                                            <a:lumMod val="75000"/>
                                          </a:srgbClr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𝑚</m:t>
                                    </m:r>
                                  </m:sub>
                                  <m:sup/>
                                  <m:e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𝑛</m:t>
                                        </m:r>
                                      </m:sub>
                                      <m:sup/>
                                      <m:e>
                                        <m:sSub>
                                          <m:sSubPr>
                                            <m:ctrlP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5B9BD5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5B9BD5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5B9BD5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5B9BD5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5B9BD5">
                                                    <a:lumMod val="75000"/>
                                                  </a:srgbClr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𝑡</m:t>
                                            </m:r>
                                          </m:e>
                                        </m:d>
                                      </m:e>
                                    </m:nary>
                                    <m:sSubSup>
                                      <m:sSubSup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𝑚𝑛</m:t>
                                        </m:r>
                                      </m:sub>
                                      <m:sup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′</m:t>
                                        </m:r>
                                      </m:sup>
                                    </m:sSubSup>
                                    <m:sSub>
                                      <m:sSub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5B9BD5">
                                                <a:lumMod val="75000"/>
                                              </a:srgbClr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𝑛𝑡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oMath>
                    </m:oMathPara>
                  </a14:m>
                  <a:endParaRPr kumimoji="1" lang="ja-JP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" name="テキスト ボックス 4">
                  <a:extLst>
                    <a:ext uri="{FF2B5EF4-FFF2-40B4-BE49-F238E27FC236}">
                      <a16:creationId xmlns:a16="http://schemas.microsoft.com/office/drawing/2014/main" id="{DE559891-6F5E-2F49-8C46-12C16F7D69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8411" y="2190654"/>
                  <a:ext cx="6068584" cy="81022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ular Callout 9">
              <a:extLst>
                <a:ext uri="{FF2B5EF4-FFF2-40B4-BE49-F238E27FC236}">
                  <a16:creationId xmlns:a16="http://schemas.microsoft.com/office/drawing/2014/main" id="{406C1271-8196-44AD-AD24-D47A73154A0B}"/>
                </a:ext>
              </a:extLst>
            </p:cNvPr>
            <p:cNvSpPr/>
            <p:nvPr/>
          </p:nvSpPr>
          <p:spPr>
            <a:xfrm>
              <a:off x="1667028" y="2848783"/>
              <a:ext cx="1620957" cy="473293"/>
            </a:xfrm>
            <a:prstGeom prst="wedgeRectCallout">
              <a:avLst>
                <a:gd name="adj1" fmla="val -4596"/>
                <a:gd name="adj2" fmla="val -71179"/>
              </a:avLst>
            </a:prstGeom>
            <a:solidFill>
              <a:schemeClr val="bg1"/>
            </a:solidFill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r>
                <a:rPr lang="en-US" altLang="ja-JP" sz="1200" dirty="0">
                  <a:solidFill>
                    <a:srgbClr val="ED7D31"/>
                  </a:solidFill>
                </a:rPr>
                <a:t>Schema sequence across time steps</a:t>
              </a:r>
              <a:endParaRPr kumimoji="1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4">
                  <a:extLst>
                    <a:ext uri="{FF2B5EF4-FFF2-40B4-BE49-F238E27FC236}">
                      <a16:creationId xmlns:a16="http://schemas.microsoft.com/office/drawing/2014/main" id="{F775B691-ADF1-4694-9052-4DA9DE87E260}"/>
                    </a:ext>
                  </a:extLst>
                </p:cNvPr>
                <p:cNvSpPr txBox="1"/>
                <p:nvPr/>
              </p:nvSpPr>
              <p:spPr>
                <a:xfrm>
                  <a:off x="3677170" y="3356373"/>
                  <a:ext cx="6197209" cy="8102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+</m:t>
                        </m:r>
                        <m:nary>
                          <m:naryPr>
                            <m:chr m:val="∑"/>
                            <m:ctrlP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>
                            <m: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𝑡</m:t>
                            </m:r>
                            <m: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=1</m:t>
                            </m:r>
                          </m:sub>
                          <m:sup>
                            <m: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𝑇</m:t>
                            </m:r>
                          </m:sup>
                          <m:e>
                            <m:r>
                              <a:rPr kumimoji="1" lang="en-US" altLang="ja-JP" sz="18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(</m:t>
                            </m:r>
                            <m:nary>
                              <m:naryPr>
                                <m:chr m:val="∑"/>
                                <m:supHide m:val="on"/>
                                <m:ctrlP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70AD4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naryPr>
                              <m:sub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70AD4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h</m:t>
                                </m:r>
                              </m:sub>
                              <m:sup/>
                              <m:e>
                                <m:sSub>
                                  <m:sSubPr>
                                    <m:ctrlP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C</m:t>
                                    </m:r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′′</m:t>
                                    </m:r>
                                  </m:e>
                                  <m:sub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</m:t>
                                    </m:r>
                                  </m:sub>
                                </m:sSub>
                                <m:sSubSup>
                                  <m:sSubSupPr>
                                    <m:ctrlP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SupPr>
                                  <m:e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h𝑡</m:t>
                                    </m:r>
                                  </m:sub>
                                  <m:sup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′</m:t>
                                    </m:r>
                                  </m:sup>
                                </m:sSubSup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70AD4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70AD4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𝑗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𝐶</m:t>
                                        </m:r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′′′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𝛿</m:t>
                                        </m:r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′′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𝑗𝑡</m:t>
                                        </m:r>
                                      </m:sub>
                                    </m:sSub>
                                  </m:e>
                                </m:nary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70AD4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+</m:t>
                                </m:r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70AD47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 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naryPr>
                                  <m:sub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𝑚</m:t>
                                    </m:r>
                                  </m:sub>
                                  <m:sup/>
                                  <m:e>
                                    <m:sSub>
                                      <m:sSubPr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𝑚𝑡</m:t>
                                        </m:r>
                                      </m:sub>
                                    </m:sSub>
                                    <m:r>
                                      <a:rPr kumimoji="1" lang="en-US" altLang="ja-JP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70AD47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𝛼</m:t>
                                    </m:r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a:rPr kumimoji="1" lang="en-US" altLang="ja-JP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srgbClr val="70AD47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cs typeface="+mn-cs"/>
                                          </a:rPr>
                                          <m:t>𝑛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𝐶</m:t>
                                            </m:r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′′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𝑚𝑛</m:t>
                                            </m:r>
                                          </m:sub>
                                          <m:sup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′′</m:t>
                                            </m:r>
                                          </m:sup>
                                        </m:sSubSup>
                                        <m:sSub>
                                          <m:sSubPr>
                                            <m:ctrlP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𝑆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𝑛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kumimoji="1" lang="en-US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70AD47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𝑛𝑡</m:t>
                                            </m:r>
                                          </m:sub>
                                        </m:sSub>
                                      </m:e>
                                    </m:nary>
                                  </m:e>
                                </m:nary>
                                <m:r>
                                  <a:rPr kumimoji="1" lang="en-US" altLang="ja-JP" sz="18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))</m:t>
                                </m:r>
                              </m:e>
                            </m:nary>
                          </m:e>
                        </m:nary>
                      </m:oMath>
                    </m:oMathPara>
                  </a14:m>
                  <a:endParaRPr kumimoji="1" lang="ja-JP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3" name="テキスト ボックス 4">
                  <a:extLst>
                    <a:ext uri="{FF2B5EF4-FFF2-40B4-BE49-F238E27FC236}">
                      <a16:creationId xmlns:a16="http://schemas.microsoft.com/office/drawing/2014/main" id="{F775B691-ADF1-4694-9052-4DA9DE87E2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7170" y="3356373"/>
                  <a:ext cx="6197209" cy="81022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F5C005D9-BA6B-28D4-2CAE-31E436B1A4D9}"/>
              </a:ext>
            </a:extLst>
          </p:cNvPr>
          <p:cNvGrpSpPr/>
          <p:nvPr/>
        </p:nvGrpSpPr>
        <p:grpSpPr>
          <a:xfrm>
            <a:off x="1437250" y="3825597"/>
            <a:ext cx="8013514" cy="1341778"/>
            <a:chOff x="2083993" y="3318239"/>
            <a:chExt cx="8013514" cy="1341778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F4C9447D-DFE4-4BD9-9125-B7DA186FCFF5}"/>
                </a:ext>
              </a:extLst>
            </p:cNvPr>
            <p:cNvSpPr txBox="1"/>
            <p:nvPr/>
          </p:nvSpPr>
          <p:spPr>
            <a:xfrm>
              <a:off x="4111191" y="4193678"/>
              <a:ext cx="1660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ja-JP" sz="1200" dirty="0">
                  <a:solidFill>
                    <a:prstClr val="black"/>
                  </a:solidFill>
                </a:rPr>
                <a:t>Cost of data selection from old schema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70CDBEEC-C161-49BE-A3D4-83C6248F4E4C}"/>
                </a:ext>
              </a:extLst>
            </p:cNvPr>
            <p:cNvCxnSpPr>
              <a:cxnSpLocks/>
            </p:cNvCxnSpPr>
            <p:nvPr/>
          </p:nvCxnSpPr>
          <p:spPr>
            <a:xfrm>
              <a:off x="4398310" y="4175089"/>
              <a:ext cx="1123846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E11B5EE2-569D-4EFE-8E82-74FD554D78CD}"/>
                </a:ext>
              </a:extLst>
            </p:cNvPr>
            <p:cNvSpPr txBox="1"/>
            <p:nvPr/>
          </p:nvSpPr>
          <p:spPr>
            <a:xfrm>
              <a:off x="5705930" y="4198352"/>
              <a:ext cx="16604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ja-JP" sz="1200" dirty="0">
                  <a:solidFill>
                    <a:prstClr val="black"/>
                  </a:solidFill>
                </a:rPr>
                <a:t>Cost of data insertion into new schema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ED7CBBA8-558D-4B6E-BB78-F80E369A4DD2}"/>
                </a:ext>
              </a:extLst>
            </p:cNvPr>
            <p:cNvCxnSpPr>
              <a:cxnSpLocks/>
            </p:cNvCxnSpPr>
            <p:nvPr/>
          </p:nvCxnSpPr>
          <p:spPr>
            <a:xfrm>
              <a:off x="5872888" y="4181362"/>
              <a:ext cx="1064871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B2C01AB4-8DE4-4240-A02B-B4A698338C39}"/>
                </a:ext>
              </a:extLst>
            </p:cNvPr>
            <p:cNvCxnSpPr>
              <a:cxnSpLocks/>
            </p:cNvCxnSpPr>
            <p:nvPr/>
          </p:nvCxnSpPr>
          <p:spPr>
            <a:xfrm>
              <a:off x="7398083" y="4175089"/>
              <a:ext cx="2126690" cy="0"/>
            </a:xfrm>
            <a:prstGeom prst="line">
              <a:avLst/>
            </a:prstGeom>
            <a:ln w="28575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483A00B1-9907-4881-A538-CA18B86382EC}"/>
                </a:ext>
              </a:extLst>
            </p:cNvPr>
            <p:cNvSpPr txBox="1"/>
            <p:nvPr/>
          </p:nvSpPr>
          <p:spPr>
            <a:xfrm>
              <a:off x="7563823" y="4181362"/>
              <a:ext cx="25336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ja-JP" sz="1200" dirty="0">
                  <a:solidFill>
                    <a:prstClr val="black"/>
                  </a:solidFill>
                  <a:latin typeface="Segoe UI"/>
                  <a:ea typeface="メイリオ"/>
                </a:rPr>
                <a:t>Data maintenance cost for ongoing update operations 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3ED23258-5055-1DC5-464A-FF30C10601EA}"/>
                </a:ext>
              </a:extLst>
            </p:cNvPr>
            <p:cNvGrpSpPr/>
            <p:nvPr/>
          </p:nvGrpSpPr>
          <p:grpSpPr>
            <a:xfrm>
              <a:off x="2083993" y="3318239"/>
              <a:ext cx="7790385" cy="1333267"/>
              <a:chOff x="2083993" y="3318239"/>
              <a:chExt cx="7790385" cy="1333267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9E91EDB-D358-0D4A-83DA-0D47B990C71E}"/>
                  </a:ext>
                </a:extLst>
              </p:cNvPr>
              <p:cNvSpPr/>
              <p:nvPr/>
            </p:nvSpPr>
            <p:spPr>
              <a:xfrm>
                <a:off x="3677169" y="3318239"/>
                <a:ext cx="6197209" cy="133326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BCDC179-F3D9-BC4F-8BFE-B075DE9C7641}"/>
                  </a:ext>
                </a:extLst>
              </p:cNvPr>
              <p:cNvSpPr txBox="1"/>
              <p:nvPr/>
            </p:nvSpPr>
            <p:spPr>
              <a:xfrm>
                <a:off x="2083993" y="3761483"/>
                <a:ext cx="13644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/>
                <a:r>
                  <a:rPr lang="en-US" sz="1400" dirty="0">
                    <a:solidFill>
                      <a:prstClr val="black"/>
                    </a:solidFill>
                  </a:rPr>
                  <a:t>Migration Cost</a:t>
                </a:r>
                <a:endParaRPr kumimoji="1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p:grp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5761B4AA-E7A3-410D-4ACF-CF802846705E}"/>
              </a:ext>
            </a:extLst>
          </p:cNvPr>
          <p:cNvGrpSpPr/>
          <p:nvPr/>
        </p:nvGrpSpPr>
        <p:grpSpPr>
          <a:xfrm>
            <a:off x="3733282" y="2668732"/>
            <a:ext cx="6304768" cy="1125795"/>
            <a:chOff x="4380025" y="2161374"/>
            <a:chExt cx="6304768" cy="1125795"/>
          </a:xfrm>
        </p:grpSpPr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F37F978C-83CB-4F25-9ACE-1C1C47678CC5}"/>
                </a:ext>
              </a:extLst>
            </p:cNvPr>
            <p:cNvCxnSpPr>
              <a:cxnSpLocks/>
            </p:cNvCxnSpPr>
            <p:nvPr/>
          </p:nvCxnSpPr>
          <p:spPr>
            <a:xfrm>
              <a:off x="4380025" y="3000545"/>
              <a:ext cx="173659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DA7EBD3-38D9-429A-9845-3439CEF8A4B9}"/>
                </a:ext>
              </a:extLst>
            </p:cNvPr>
            <p:cNvSpPr txBox="1"/>
            <p:nvPr/>
          </p:nvSpPr>
          <p:spPr>
            <a:xfrm>
              <a:off x="4582141" y="3010170"/>
              <a:ext cx="16209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ja-JP" sz="1200" dirty="0">
                  <a:solidFill>
                    <a:prstClr val="black"/>
                  </a:solidFill>
                </a:rPr>
                <a:t>Read Execution Cost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F1F53F7C-3F9E-4647-901D-AA30A312A0DF}"/>
                </a:ext>
              </a:extLst>
            </p:cNvPr>
            <p:cNvCxnSpPr>
              <a:cxnSpLocks/>
            </p:cNvCxnSpPr>
            <p:nvPr/>
          </p:nvCxnSpPr>
          <p:spPr>
            <a:xfrm>
              <a:off x="6527416" y="2996984"/>
              <a:ext cx="1939484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713D0C10-A578-4A4A-972D-C0A6019805BC}"/>
                </a:ext>
              </a:extLst>
            </p:cNvPr>
            <p:cNvSpPr txBox="1"/>
            <p:nvPr/>
          </p:nvSpPr>
          <p:spPr>
            <a:xfrm>
              <a:off x="6737939" y="3010170"/>
              <a:ext cx="16209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/>
              <a:r>
                <a:rPr lang="en-US" altLang="ja-JP" sz="1200" dirty="0">
                  <a:solidFill>
                    <a:prstClr val="black"/>
                  </a:solidFill>
                </a:rPr>
                <a:t>Write Execution Cost</a:t>
              </a:r>
              <a:endPara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ular Callout 9">
                  <a:extLst>
                    <a:ext uri="{FF2B5EF4-FFF2-40B4-BE49-F238E27FC236}">
                      <a16:creationId xmlns:a16="http://schemas.microsoft.com/office/drawing/2014/main" id="{CFC7C61A-3A87-DC45-8FE1-8F13750893D3}"/>
                    </a:ext>
                  </a:extLst>
                </p:cNvPr>
                <p:cNvSpPr/>
                <p:nvPr/>
              </p:nvSpPr>
              <p:spPr>
                <a:xfrm>
                  <a:off x="8712759" y="2161374"/>
                  <a:ext cx="1972034" cy="473293"/>
                </a:xfrm>
                <a:prstGeom prst="wedgeRectCallout">
                  <a:avLst>
                    <a:gd name="adj1" fmla="val -56166"/>
                    <a:gd name="adj2" fmla="val 32851"/>
                  </a:avLst>
                </a:prstGeom>
                <a:solidFill>
                  <a:schemeClr val="bg1"/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lvl="0"/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  <m:r>
                        <a:rPr kumimoji="1" lang="en-US" altLang="ja-JP" sz="12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5B9BD5">
                              <a:lumMod val="75000"/>
                            </a:srgbClr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,  </m:t>
                      </m:r>
                      <m:sSub>
                        <m:sSubPr>
                          <m:ctrlP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1" lang="en-US" altLang="ja-JP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5B9BD5">
                                  <a:lumMod val="75000"/>
                                </a:srgbClr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𝑡</m:t>
                          </m:r>
                        </m:e>
                      </m:d>
                    </m:oMath>
                  </a14:m>
                  <a:r>
                    <a:rPr kumimoji="1" 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5B9BD5">
                          <a:lumMod val="75000"/>
                        </a:srgbClr>
                      </a:solidFill>
                      <a:effectLst/>
                      <a:uLnTx/>
                      <a:uFillTx/>
                      <a:latin typeface="Segoe UI"/>
                      <a:ea typeface="メイリオ"/>
                      <a:cs typeface="+mn-cs"/>
                    </a:rPr>
                    <a:t>: </a:t>
                  </a:r>
                  <a:r>
                    <a:rPr lang="en-US" sz="1200" dirty="0">
                      <a:solidFill>
                        <a:srgbClr val="5B9BD5">
                          <a:lumMod val="75000"/>
                        </a:srgbClr>
                      </a:solidFill>
                    </a:rPr>
                    <a:t>frequency of each operation at time t</a:t>
                  </a:r>
                  <a:endParaRPr kumimoji="1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Segoe UI"/>
                    <a:ea typeface="メイリオ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4" name="Rectangular Callout 9">
                  <a:extLst>
                    <a:ext uri="{FF2B5EF4-FFF2-40B4-BE49-F238E27FC236}">
                      <a16:creationId xmlns:a16="http://schemas.microsoft.com/office/drawing/2014/main" id="{CFC7C61A-3A87-DC45-8FE1-8F13750893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2759" y="2161374"/>
                  <a:ext cx="1972034" cy="473293"/>
                </a:xfrm>
                <a:prstGeom prst="wedgeRectCallout">
                  <a:avLst>
                    <a:gd name="adj1" fmla="val -56166"/>
                    <a:gd name="adj2" fmla="val 32851"/>
                  </a:avLst>
                </a:prstGeom>
                <a:blipFill>
                  <a:blip r:embed="rId6"/>
                  <a:stretch>
                    <a:fillRect b="-5000"/>
                  </a:stretch>
                </a:blip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四角形: 角を丸くする 16">
                <a:extLst>
                  <a:ext uri="{FF2B5EF4-FFF2-40B4-BE49-F238E27FC236}">
                    <a16:creationId xmlns:a16="http://schemas.microsoft.com/office/drawing/2014/main" id="{FDABAF03-E6A7-CFDB-8B70-873B0B3BE029}"/>
                  </a:ext>
                </a:extLst>
              </p:cNvPr>
              <p:cNvSpPr/>
              <p:nvPr/>
            </p:nvSpPr>
            <p:spPr>
              <a:xfrm>
                <a:off x="588082" y="5612790"/>
                <a:ext cx="10047642" cy="81839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ja-JP" altLang="en-US" sz="2000" dirty="0">
                    <a:solidFill>
                      <a:schemeClr val="bg1"/>
                    </a:solidFill>
                    <a:latin typeface="+mn-ea"/>
                  </a:rPr>
                  <a:t>問題点</a:t>
                </a:r>
                <a:r>
                  <a:rPr lang="en-US" altLang="ja-JP" sz="2000" dirty="0">
                    <a:solidFill>
                      <a:schemeClr val="bg1"/>
                    </a:solidFill>
                    <a:latin typeface="+mn-ea"/>
                  </a:rPr>
                  <a:t>: </a:t>
                </a:r>
                <a:r>
                  <a:rPr lang="ja-JP" altLang="en-US" sz="2000" dirty="0">
                    <a:solidFill>
                      <a:schemeClr val="bg1"/>
                    </a:solidFill>
                    <a:latin typeface="+mn-ea"/>
                  </a:rPr>
                  <a:t>決定変数</a:t>
                </a:r>
                <a:r>
                  <a:rPr lang="en-US" altLang="ja-JP" sz="2000" dirty="0">
                    <a:solidFill>
                      <a:schemeClr val="bg1"/>
                    </a:solidFill>
                    <a:latin typeface="+mn-ea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𝑖𝑗𝑡</m:t>
                        </m:r>
                      </m:sub>
                    </m:sSub>
                    <m:r>
                      <a:rPr lang="en-US" altLang="ja-JP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𝑛𝑡</m:t>
                        </m:r>
                      </m:sub>
                    </m:sSub>
                    <m:r>
                      <a:rPr lang="en-US" altLang="ja-JP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Sup>
                      <m:sSubSupPr>
                        <m:ctrlP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h𝑡</m:t>
                        </m:r>
                      </m:sub>
                      <m:sup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ja-JP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′′</m:t>
                        </m:r>
                      </m:e>
                      <m:sub>
                        <m:r>
                          <a:rPr lang="en-US" altLang="ja-JP" sz="2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𝑗𝑡</m:t>
                        </m:r>
                      </m:sub>
                    </m:sSub>
                  </m:oMath>
                </a14:m>
                <a:r>
                  <a:rPr lang="en-US" altLang="ja-JP" sz="2000" dirty="0">
                    <a:solidFill>
                      <a:schemeClr val="bg1"/>
                    </a:solidFill>
                    <a:latin typeface="+mn-ea"/>
                  </a:rPr>
                  <a:t>) </a:t>
                </a:r>
                <a:r>
                  <a:rPr lang="ja-JP" altLang="en-US" sz="2000" dirty="0">
                    <a:solidFill>
                      <a:schemeClr val="bg1"/>
                    </a:solidFill>
                    <a:latin typeface="+mn-ea"/>
                  </a:rPr>
                  <a:t>は時刻が増えるほど増加し、</a:t>
                </a:r>
                <a:r>
                  <a:rPr lang="en-US" altLang="ja-JP" sz="2000" dirty="0">
                    <a:solidFill>
                      <a:schemeClr val="bg1"/>
                    </a:solidFill>
                    <a:latin typeface="+mn-ea"/>
                  </a:rPr>
                  <a:t> </a:t>
                </a:r>
                <a:r>
                  <a:rPr lang="ja-JP" altLang="en-US" sz="2000" dirty="0">
                    <a:solidFill>
                      <a:schemeClr val="bg1"/>
                    </a:solidFill>
                    <a:latin typeface="+mn-ea"/>
                  </a:rPr>
                  <a:t>最適化時間も増加してしまう</a:t>
                </a:r>
                <a:endParaRPr lang="en-US" altLang="ja-JP" sz="2000" dirty="0">
                  <a:solidFill>
                    <a:schemeClr val="bg1"/>
                  </a:solidFill>
                  <a:latin typeface="+mn-ea"/>
                </a:endParaRPr>
              </a:p>
            </p:txBody>
          </p:sp>
        </mc:Choice>
        <mc:Fallback xmlns="">
          <p:sp>
            <p:nvSpPr>
              <p:cNvPr id="17" name="四角形: 角を丸くする 16">
                <a:extLst>
                  <a:ext uri="{FF2B5EF4-FFF2-40B4-BE49-F238E27FC236}">
                    <a16:creationId xmlns:a16="http://schemas.microsoft.com/office/drawing/2014/main" id="{FDABAF03-E6A7-CFDB-8B70-873B0B3BE0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82" y="5612790"/>
                <a:ext cx="10047642" cy="818394"/>
              </a:xfrm>
              <a:prstGeom prst="roundRect">
                <a:avLst/>
              </a:prstGeom>
              <a:blipFill>
                <a:blip r:embed="rId7"/>
                <a:stretch>
                  <a:fillRect l="-121" b="-51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4">
            <a:extLst>
              <a:ext uri="{FF2B5EF4-FFF2-40B4-BE49-F238E27FC236}">
                <a16:creationId xmlns:a16="http://schemas.microsoft.com/office/drawing/2014/main" id="{25F5E988-1AEB-DA7F-F2AA-7C65814F1CC0}"/>
              </a:ext>
            </a:extLst>
          </p:cNvPr>
          <p:cNvSpPr/>
          <p:nvPr/>
        </p:nvSpPr>
        <p:spPr>
          <a:xfrm>
            <a:off x="3253555" y="2482208"/>
            <a:ext cx="4716697" cy="1254175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FDC0430-CF1B-7ADB-074B-D3EFED93E500}"/>
              </a:ext>
            </a:extLst>
          </p:cNvPr>
          <p:cNvSpPr txBox="1"/>
          <p:nvPr/>
        </p:nvSpPr>
        <p:spPr>
          <a:xfrm>
            <a:off x="1900311" y="2471587"/>
            <a:ext cx="1354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Workload Cost</a:t>
            </a:r>
            <a:endParaRPr kumimoji="1" lang="ja-JP" altLang="en-US" sz="1400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1917CC2A-48B5-EFB8-8148-6C3E5C701D59}"/>
              </a:ext>
            </a:extLst>
          </p:cNvPr>
          <p:cNvSpPr/>
          <p:nvPr/>
        </p:nvSpPr>
        <p:spPr>
          <a:xfrm>
            <a:off x="5124883" y="2904056"/>
            <a:ext cx="344998" cy="452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CD4D3AB3-538C-0626-BD56-7F2314150735}"/>
              </a:ext>
            </a:extLst>
          </p:cNvPr>
          <p:cNvSpPr/>
          <p:nvPr/>
        </p:nvSpPr>
        <p:spPr>
          <a:xfrm>
            <a:off x="4467124" y="4042798"/>
            <a:ext cx="306956" cy="452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66E15E0F-A36D-E0C3-7ABE-7B77E6D31D52}"/>
              </a:ext>
            </a:extLst>
          </p:cNvPr>
          <p:cNvSpPr/>
          <p:nvPr/>
        </p:nvSpPr>
        <p:spPr>
          <a:xfrm>
            <a:off x="5889404" y="4024531"/>
            <a:ext cx="401612" cy="452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DF4361C6-6714-071C-A8FE-90A3F9115EDB}"/>
              </a:ext>
            </a:extLst>
          </p:cNvPr>
          <p:cNvSpPr/>
          <p:nvPr/>
        </p:nvSpPr>
        <p:spPr>
          <a:xfrm>
            <a:off x="7505138" y="2887582"/>
            <a:ext cx="344998" cy="452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3A122E1B-FED3-BB11-7CAB-E6C10B06CAD3}"/>
              </a:ext>
            </a:extLst>
          </p:cNvPr>
          <p:cNvSpPr/>
          <p:nvPr/>
        </p:nvSpPr>
        <p:spPr>
          <a:xfrm>
            <a:off x="8596216" y="4062484"/>
            <a:ext cx="344998" cy="4520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2" name="スライド番号プレースホルダー 31">
            <a:extLst>
              <a:ext uri="{FF2B5EF4-FFF2-40B4-BE49-F238E27FC236}">
                <a16:creationId xmlns:a16="http://schemas.microsoft.com/office/drawing/2014/main" id="{686D9554-AEC1-81AD-C543-90F24D7F8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85361" y="6475052"/>
            <a:ext cx="683339" cy="365125"/>
          </a:xfrm>
        </p:spPr>
        <p:txBody>
          <a:bodyPr/>
          <a:lstStyle/>
          <a:p>
            <a:fld id="{85DD25A8-F043-4EE9-A82B-9FB40E04354F}" type="slidenum">
              <a:rPr lang="ja-JP" altLang="en-US" smtClean="0"/>
              <a:pPr/>
              <a:t>16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295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4" grpId="0" animBg="1"/>
      <p:bldP spid="9" grpId="0"/>
      <p:bldP spid="25" grpId="0" animBg="1"/>
      <p:bldP spid="27" grpId="0" animBg="1"/>
      <p:bldP spid="28" grpId="0" animBg="1"/>
      <p:bldP spid="30" grpId="0" animBg="1"/>
      <p:bldP spid="3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1D17-1B5B-6FA9-3824-A5487DE6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1A06F-6105-02E2-DF18-C24D82C62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82" y="1264553"/>
            <a:ext cx="10826894" cy="491616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ja-JP" altLang="en-US" sz="2000" dirty="0">
                <a:latin typeface="+mn-ea"/>
              </a:rPr>
              <a:t>再帰的なワークロードの抽象化を活用し、最適化において見込みのない</a:t>
            </a:r>
            <a:endParaRPr lang="en-US" altLang="ja-JP" sz="2000" dirty="0">
              <a:latin typeface="+mn-ea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ja-JP" altLang="en-US" sz="2000" dirty="0">
                <a:latin typeface="+mn-ea"/>
              </a:rPr>
              <a:t>実体化ビュー候補を削減する</a:t>
            </a:r>
            <a:endParaRPr lang="en-US" altLang="ja-JP" sz="2000" dirty="0">
              <a:latin typeface="+mn-ea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ja-JP" altLang="en-US" sz="2000" dirty="0">
                <a:latin typeface="+mn-ea"/>
              </a:rPr>
              <a:t>もとのワークロードを木構造として要約し近似する。</a:t>
            </a:r>
            <a:endParaRPr lang="en-US" altLang="ja-JP" sz="2000" dirty="0">
              <a:latin typeface="+mn-ea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ja-JP" altLang="en-US" sz="2000" dirty="0">
                <a:latin typeface="+mn-ea"/>
              </a:rPr>
              <a:t>各サブワークロードは、</a:t>
            </a:r>
            <a:r>
              <a:rPr lang="en-US" altLang="ja-JP" sz="2000" dirty="0">
                <a:latin typeface="+mn-ea"/>
              </a:rPr>
              <a:t>3</a:t>
            </a:r>
            <a:r>
              <a:rPr lang="ja-JP" altLang="en-US" sz="2000" dirty="0">
                <a:latin typeface="+mn-ea"/>
              </a:rPr>
              <a:t>つのタイムステップで単純化する</a:t>
            </a:r>
            <a:endParaRPr lang="en-US" altLang="ja-JP" sz="2000" dirty="0">
              <a:latin typeface="+mn-ea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ja-JP" dirty="0">
              <a:latin typeface="+mn-e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A4572A-9FEC-AE04-377B-E8965DE3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7" y="245922"/>
            <a:ext cx="8586252" cy="1320800"/>
          </a:xfrm>
        </p:spPr>
        <p:txBody>
          <a:bodyPr>
            <a:normAutofit/>
          </a:bodyPr>
          <a:lstStyle/>
          <a:p>
            <a:r>
              <a:rPr lang="ja-JP" altLang="en-US" dirty="0"/>
              <a:t>プルーニングによるスキーマ候補の削減</a:t>
            </a:r>
            <a:endParaRPr lang="en-US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FBFF81A5-3A40-0DEE-2EF3-70FF58F73E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6430" y="3429000"/>
            <a:ext cx="5961612" cy="1166798"/>
          </a:xfrm>
          <a:prstGeom prst="rect">
            <a:avLst/>
          </a:prstGeom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015BEBBF-2ECA-0094-6BC7-E267C6559ECB}"/>
              </a:ext>
            </a:extLst>
          </p:cNvPr>
          <p:cNvGrpSpPr/>
          <p:nvPr/>
        </p:nvGrpSpPr>
        <p:grpSpPr>
          <a:xfrm>
            <a:off x="876696" y="3747984"/>
            <a:ext cx="955178" cy="1118000"/>
            <a:chOff x="888797" y="4510574"/>
            <a:chExt cx="924040" cy="906815"/>
          </a:xfrm>
        </p:grpSpPr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87E7B26A-EDBE-AD16-6318-056386AE6014}"/>
                </a:ext>
              </a:extLst>
            </p:cNvPr>
            <p:cNvSpPr/>
            <p:nvPr/>
          </p:nvSpPr>
          <p:spPr>
            <a:xfrm>
              <a:off x="909476" y="4510574"/>
              <a:ext cx="880319" cy="189345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rPr>
                <a:t>SELECT</a:t>
              </a:r>
              <a:r>
                <a:rPr kumimoji="1" lang="en-US" sz="1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rPr>
                <a:t> …</a:t>
              </a:r>
            </a:p>
          </p:txBody>
        </p:sp>
        <p:sp>
          <p:nvSpPr>
            <p:cNvPr id="87" name="Down Arrow 278">
              <a:extLst>
                <a:ext uri="{FF2B5EF4-FFF2-40B4-BE49-F238E27FC236}">
                  <a16:creationId xmlns:a16="http://schemas.microsoft.com/office/drawing/2014/main" id="{78EFE478-B3DB-0574-E159-93C35BAC6AE7}"/>
                </a:ext>
              </a:extLst>
            </p:cNvPr>
            <p:cNvSpPr/>
            <p:nvPr/>
          </p:nvSpPr>
          <p:spPr>
            <a:xfrm>
              <a:off x="1237659" y="4734630"/>
              <a:ext cx="220895" cy="103512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92" name="Rectangle 79">
              <a:extLst>
                <a:ext uri="{FF2B5EF4-FFF2-40B4-BE49-F238E27FC236}">
                  <a16:creationId xmlns:a16="http://schemas.microsoft.com/office/drawing/2014/main" id="{520EFB52-F50E-A5A0-1393-0B76FE7E7FA7}"/>
                </a:ext>
              </a:extLst>
            </p:cNvPr>
            <p:cNvSpPr/>
            <p:nvPr/>
          </p:nvSpPr>
          <p:spPr>
            <a:xfrm>
              <a:off x="888797" y="4865896"/>
              <a:ext cx="424265" cy="55149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95" name="正方形/長方形 31">
              <a:extLst>
                <a:ext uri="{FF2B5EF4-FFF2-40B4-BE49-F238E27FC236}">
                  <a16:creationId xmlns:a16="http://schemas.microsoft.com/office/drawing/2014/main" id="{E7D90A93-7DFA-5906-B8A4-B222459D5490}"/>
                </a:ext>
              </a:extLst>
            </p:cNvPr>
            <p:cNvSpPr/>
            <p:nvPr/>
          </p:nvSpPr>
          <p:spPr>
            <a:xfrm>
              <a:off x="977065" y="4921083"/>
              <a:ext cx="240660" cy="13509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5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96" name="正方形/長方形 39">
              <a:extLst>
                <a:ext uri="{FF2B5EF4-FFF2-40B4-BE49-F238E27FC236}">
                  <a16:creationId xmlns:a16="http://schemas.microsoft.com/office/drawing/2014/main" id="{74534966-FA2F-67BF-A469-7D10CCE27FBC}"/>
                </a:ext>
              </a:extLst>
            </p:cNvPr>
            <p:cNvSpPr/>
            <p:nvPr/>
          </p:nvSpPr>
          <p:spPr>
            <a:xfrm>
              <a:off x="976888" y="5205708"/>
              <a:ext cx="240660" cy="135093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99" name="Rectangle 79">
              <a:extLst>
                <a:ext uri="{FF2B5EF4-FFF2-40B4-BE49-F238E27FC236}">
                  <a16:creationId xmlns:a16="http://schemas.microsoft.com/office/drawing/2014/main" id="{C6235231-B425-7EFB-4847-DE248F548CBE}"/>
                </a:ext>
              </a:extLst>
            </p:cNvPr>
            <p:cNvSpPr/>
            <p:nvPr/>
          </p:nvSpPr>
          <p:spPr>
            <a:xfrm>
              <a:off x="1388572" y="4866200"/>
              <a:ext cx="424265" cy="55118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101" name="正方形/長方形 36">
              <a:extLst>
                <a:ext uri="{FF2B5EF4-FFF2-40B4-BE49-F238E27FC236}">
                  <a16:creationId xmlns:a16="http://schemas.microsoft.com/office/drawing/2014/main" id="{628F2027-8265-2AF3-A4A0-20CB026E6323}"/>
                </a:ext>
              </a:extLst>
            </p:cNvPr>
            <p:cNvSpPr/>
            <p:nvPr/>
          </p:nvSpPr>
          <p:spPr>
            <a:xfrm>
              <a:off x="1479370" y="4925065"/>
              <a:ext cx="240660" cy="141527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01F113ED-EC01-EC6B-12BA-5E213F07F3C2}"/>
              </a:ext>
            </a:extLst>
          </p:cNvPr>
          <p:cNvGrpSpPr/>
          <p:nvPr/>
        </p:nvGrpSpPr>
        <p:grpSpPr>
          <a:xfrm>
            <a:off x="1889071" y="4041388"/>
            <a:ext cx="6697886" cy="1070994"/>
            <a:chOff x="2654881" y="4113395"/>
            <a:chExt cx="6697886" cy="1070994"/>
          </a:xfrm>
        </p:grpSpPr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9E7A256-D03C-0DAD-7370-92B604C251E5}"/>
                </a:ext>
              </a:extLst>
            </p:cNvPr>
            <p:cNvCxnSpPr>
              <a:cxnSpLocks/>
              <a:endCxn id="68" idx="3"/>
            </p:cNvCxnSpPr>
            <p:nvPr/>
          </p:nvCxnSpPr>
          <p:spPr>
            <a:xfrm>
              <a:off x="8742393" y="4365758"/>
              <a:ext cx="610374" cy="701693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117F4EDC-B275-EAE9-929F-36BB54894E1D}"/>
                </a:ext>
              </a:extLst>
            </p:cNvPr>
            <p:cNvCxnSpPr>
              <a:cxnSpLocks/>
              <a:endCxn id="68" idx="1"/>
            </p:cNvCxnSpPr>
            <p:nvPr/>
          </p:nvCxnSpPr>
          <p:spPr>
            <a:xfrm flipH="1">
              <a:off x="3120967" y="4356788"/>
              <a:ext cx="610374" cy="710662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35B9ACA3-0AD1-882B-4DE8-3F3910241338}"/>
                </a:ext>
              </a:extLst>
            </p:cNvPr>
            <p:cNvCxnSpPr>
              <a:cxnSpLocks/>
              <a:endCxn id="68" idx="0"/>
            </p:cNvCxnSpPr>
            <p:nvPr/>
          </p:nvCxnSpPr>
          <p:spPr>
            <a:xfrm>
              <a:off x="6236867" y="4677013"/>
              <a:ext cx="0" cy="284641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6952E102-B95E-333E-4CB5-4F39F0B7C484}"/>
                </a:ext>
              </a:extLst>
            </p:cNvPr>
            <p:cNvSpPr/>
            <p:nvPr/>
          </p:nvSpPr>
          <p:spPr>
            <a:xfrm>
              <a:off x="3120967" y="4961660"/>
              <a:ext cx="6231800" cy="21159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sp>
          <p:nvSpPr>
            <p:cNvPr id="102" name="Right Arrow 101">
              <a:extLst>
                <a:ext uri="{FF2B5EF4-FFF2-40B4-BE49-F238E27FC236}">
                  <a16:creationId xmlns:a16="http://schemas.microsoft.com/office/drawing/2014/main" id="{96A29D0B-0271-24A3-329C-7B4C53DB7CFC}"/>
                </a:ext>
              </a:extLst>
            </p:cNvPr>
            <p:cNvSpPr/>
            <p:nvPr/>
          </p:nvSpPr>
          <p:spPr>
            <a:xfrm>
              <a:off x="2654881" y="4113395"/>
              <a:ext cx="341376" cy="484632"/>
            </a:xfrm>
            <a:prstGeom prst="rightArrow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endParaRPr>
            </a:p>
          </p:txBody>
        </p: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1E0CB7AB-02F8-9E15-9EA3-596064138B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20967" y="4950519"/>
              <a:ext cx="0" cy="222735"/>
            </a:xfrm>
            <a:prstGeom prst="line">
              <a:avLst/>
            </a:prstGeom>
            <a:ln w="127000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2E0AEDD8-9F8A-1736-8CE4-4B70DC6C5B68}"/>
                </a:ext>
              </a:extLst>
            </p:cNvPr>
            <p:cNvCxnSpPr>
              <a:cxnSpLocks/>
              <a:stCxn id="68" idx="2"/>
              <a:endCxn id="68" idx="0"/>
            </p:cNvCxnSpPr>
            <p:nvPr/>
          </p:nvCxnSpPr>
          <p:spPr>
            <a:xfrm flipV="1">
              <a:off x="6236867" y="4961661"/>
              <a:ext cx="0" cy="211593"/>
            </a:xfrm>
            <a:prstGeom prst="line">
              <a:avLst/>
            </a:prstGeom>
            <a:ln w="127000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A863C90F-7AC2-9316-7A54-D0D6184B4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52767" y="4961654"/>
              <a:ext cx="0" cy="222735"/>
            </a:xfrm>
            <a:prstGeom prst="line">
              <a:avLst/>
            </a:prstGeom>
            <a:ln w="127000">
              <a:solidFill>
                <a:schemeClr val="accent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AA23400A-C9CE-3D32-F7D7-691EE0B422EB}"/>
              </a:ext>
            </a:extLst>
          </p:cNvPr>
          <p:cNvGrpSpPr/>
          <p:nvPr/>
        </p:nvGrpSpPr>
        <p:grpSpPr>
          <a:xfrm>
            <a:off x="2348872" y="5487649"/>
            <a:ext cx="6233501" cy="638226"/>
            <a:chOff x="3114682" y="5559656"/>
            <a:chExt cx="6233501" cy="638226"/>
          </a:xfrm>
        </p:grpSpPr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F2F11B6-3DFA-47A9-8B3B-D514290FC608}"/>
                </a:ext>
              </a:extLst>
            </p:cNvPr>
            <p:cNvCxnSpPr>
              <a:cxnSpLocks/>
              <a:stCxn id="110" idx="1"/>
              <a:endCxn id="69" idx="1"/>
            </p:cNvCxnSpPr>
            <p:nvPr/>
          </p:nvCxnSpPr>
          <p:spPr>
            <a:xfrm flipH="1" flipV="1">
              <a:off x="3114682" y="5559657"/>
              <a:ext cx="6286" cy="51890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C45BE3B3-82ED-38D9-4272-A74DA7592BE9}"/>
                </a:ext>
              </a:extLst>
            </p:cNvPr>
            <p:cNvCxnSpPr>
              <a:cxnSpLocks/>
              <a:stCxn id="109" idx="3"/>
              <a:endCxn id="69" idx="3"/>
            </p:cNvCxnSpPr>
            <p:nvPr/>
          </p:nvCxnSpPr>
          <p:spPr>
            <a:xfrm flipH="1" flipV="1">
              <a:off x="6153848" y="5559657"/>
              <a:ext cx="5653" cy="518901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40A2C9A9-1EE8-A4E8-FE36-406F9EB95CA4}"/>
                </a:ext>
              </a:extLst>
            </p:cNvPr>
            <p:cNvCxnSpPr>
              <a:cxnSpLocks/>
              <a:stCxn id="112" idx="1"/>
              <a:endCxn id="77" idx="1"/>
            </p:cNvCxnSpPr>
            <p:nvPr/>
          </p:nvCxnSpPr>
          <p:spPr>
            <a:xfrm flipH="1" flipV="1">
              <a:off x="6307316" y="5559656"/>
              <a:ext cx="6019" cy="518902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9F2F19B-C5C8-E43A-3FC6-109278AA3FAF}"/>
                </a:ext>
              </a:extLst>
            </p:cNvPr>
            <p:cNvCxnSpPr>
              <a:cxnSpLocks/>
              <a:stCxn id="116" idx="3"/>
              <a:endCxn id="77" idx="3"/>
            </p:cNvCxnSpPr>
            <p:nvPr/>
          </p:nvCxnSpPr>
          <p:spPr>
            <a:xfrm flipH="1" flipV="1">
              <a:off x="9346482" y="5559656"/>
              <a:ext cx="1701" cy="518902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EF2EFFFD-D510-0D84-9A79-3393BF33B8A7}"/>
                </a:ext>
              </a:extLst>
            </p:cNvPr>
            <p:cNvGrpSpPr/>
            <p:nvPr/>
          </p:nvGrpSpPr>
          <p:grpSpPr>
            <a:xfrm>
              <a:off x="3120968" y="5665452"/>
              <a:ext cx="6227215" cy="532430"/>
              <a:chOff x="3120968" y="5665452"/>
              <a:chExt cx="6227215" cy="532430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D18C8E4A-4410-C0E6-2E2D-72FBF313F367}"/>
                  </a:ext>
                </a:extLst>
              </p:cNvPr>
              <p:cNvSpPr/>
              <p:nvPr/>
            </p:nvSpPr>
            <p:spPr>
              <a:xfrm>
                <a:off x="4791302" y="5967190"/>
                <a:ext cx="1368199" cy="22273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A0B99C8D-30AF-A5D6-04F6-0101CDCAC12D}"/>
                  </a:ext>
                </a:extLst>
              </p:cNvPr>
              <p:cNvSpPr/>
              <p:nvPr/>
            </p:nvSpPr>
            <p:spPr>
              <a:xfrm>
                <a:off x="3120968" y="5967190"/>
                <a:ext cx="1368199" cy="22273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C8766405-6E98-024C-DEC9-8B332853C949}"/>
                  </a:ext>
                </a:extLst>
              </p:cNvPr>
              <p:cNvSpPr/>
              <p:nvPr/>
            </p:nvSpPr>
            <p:spPr>
              <a:xfrm>
                <a:off x="6313335" y="5967190"/>
                <a:ext cx="1368199" cy="22273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56E06450-E7DB-8451-5E00-A0B3CDC9E7D5}"/>
                  </a:ext>
                </a:extLst>
              </p:cNvPr>
              <p:cNvSpPr/>
              <p:nvPr/>
            </p:nvSpPr>
            <p:spPr>
              <a:xfrm>
                <a:off x="7979984" y="5967190"/>
                <a:ext cx="1368199" cy="22273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123" name="Straight Connector 122">
                <a:extLst>
                  <a:ext uri="{FF2B5EF4-FFF2-40B4-BE49-F238E27FC236}">
                    <a16:creationId xmlns:a16="http://schemas.microsoft.com/office/drawing/2014/main" id="{386BB06C-9A33-DB89-C6FF-3BE7515C84D8}"/>
                  </a:ext>
                </a:extLst>
              </p:cNvPr>
              <p:cNvCxnSpPr>
                <a:cxnSpLocks/>
                <a:stCxn id="110" idx="3"/>
                <a:endCxn id="69" idx="2"/>
              </p:cNvCxnSpPr>
              <p:nvPr/>
            </p:nvCxnSpPr>
            <p:spPr>
              <a:xfrm flipV="1">
                <a:off x="4489167" y="5665453"/>
                <a:ext cx="145098" cy="413105"/>
              </a:xfrm>
              <a:prstGeom prst="lin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58EE096-33B6-F1DC-1638-096697FAFB0F}"/>
                  </a:ext>
                </a:extLst>
              </p:cNvPr>
              <p:cNvCxnSpPr>
                <a:cxnSpLocks/>
                <a:stCxn id="109" idx="1"/>
                <a:endCxn id="69" idx="2"/>
              </p:cNvCxnSpPr>
              <p:nvPr/>
            </p:nvCxnSpPr>
            <p:spPr>
              <a:xfrm flipH="1" flipV="1">
                <a:off x="4634265" y="5665453"/>
                <a:ext cx="157037" cy="413105"/>
              </a:xfrm>
              <a:prstGeom prst="lin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54A95D80-3200-10C1-71DB-B224045316F3}"/>
                  </a:ext>
                </a:extLst>
              </p:cNvPr>
              <p:cNvCxnSpPr>
                <a:cxnSpLocks/>
                <a:stCxn id="112" idx="3"/>
                <a:endCxn id="77" idx="2"/>
              </p:cNvCxnSpPr>
              <p:nvPr/>
            </p:nvCxnSpPr>
            <p:spPr>
              <a:xfrm flipV="1">
                <a:off x="7681534" y="5665452"/>
                <a:ext cx="145365" cy="413106"/>
              </a:xfrm>
              <a:prstGeom prst="lin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CEE3CBBD-CAA5-26E0-EC1C-C7F3A1E3E313}"/>
                  </a:ext>
                </a:extLst>
              </p:cNvPr>
              <p:cNvCxnSpPr>
                <a:cxnSpLocks/>
                <a:stCxn id="116" idx="1"/>
                <a:endCxn id="77" idx="2"/>
              </p:cNvCxnSpPr>
              <p:nvPr/>
            </p:nvCxnSpPr>
            <p:spPr>
              <a:xfrm flipH="1" flipV="1">
                <a:off x="7826899" y="5665452"/>
                <a:ext cx="153085" cy="413106"/>
              </a:xfrm>
              <a:prstGeom prst="lin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4FDDAF7D-F2CC-3B56-07D3-7EAA6B46A8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30050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78E0AE0C-BEA5-CF91-554A-A337F995DDA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79983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A21C39AD-2A9A-A502-D5F5-44CC5A972D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673216" y="5962447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906E12AA-97BA-D8C3-377B-94433C57AF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26301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711AD7E2-9E34-4BC5-3938-BF92E67C87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43567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>
                <a:extLst>
                  <a:ext uri="{FF2B5EF4-FFF2-40B4-BE49-F238E27FC236}">
                    <a16:creationId xmlns:a16="http://schemas.microsoft.com/office/drawing/2014/main" id="{B2411DA2-48D5-7162-BD87-8E7FB092E5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26168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>
                <a:extLst>
                  <a:ext uri="{FF2B5EF4-FFF2-40B4-BE49-F238E27FC236}">
                    <a16:creationId xmlns:a16="http://schemas.microsoft.com/office/drawing/2014/main" id="{D471AA89-A27A-D131-9500-57A1C1D7D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476634" y="5975147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>
                <a:extLst>
                  <a:ext uri="{FF2B5EF4-FFF2-40B4-BE49-F238E27FC236}">
                    <a16:creationId xmlns:a16="http://schemas.microsoft.com/office/drawing/2014/main" id="{9F303B59-8D32-84BB-D55D-66D6A5D73A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7201" y="5975147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>
                <a:extLst>
                  <a:ext uri="{FF2B5EF4-FFF2-40B4-BE49-F238E27FC236}">
                    <a16:creationId xmlns:a16="http://schemas.microsoft.com/office/drawing/2014/main" id="{C71ABEBB-2E74-6D90-0074-0941C988BCAA}"/>
                  </a:ext>
                </a:extLst>
              </p:cNvPr>
              <p:cNvCxnSpPr>
                <a:cxnSpLocks/>
                <a:stCxn id="110" idx="2"/>
                <a:endCxn id="110" idx="0"/>
              </p:cNvCxnSpPr>
              <p:nvPr/>
            </p:nvCxnSpPr>
            <p:spPr>
              <a:xfrm flipV="1">
                <a:off x="3805067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2" name="Straight Connector 141">
                <a:extLst>
                  <a:ext uri="{FF2B5EF4-FFF2-40B4-BE49-F238E27FC236}">
                    <a16:creationId xmlns:a16="http://schemas.microsoft.com/office/drawing/2014/main" id="{9A4CAF8B-8181-A56D-88AA-8325262ADBF2}"/>
                  </a:ext>
                </a:extLst>
              </p:cNvPr>
              <p:cNvCxnSpPr>
                <a:cxnSpLocks/>
                <a:stCxn id="109" idx="2"/>
                <a:endCxn id="109" idx="0"/>
              </p:cNvCxnSpPr>
              <p:nvPr/>
            </p:nvCxnSpPr>
            <p:spPr>
              <a:xfrm flipV="1">
                <a:off x="5475401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3" name="Straight Connector 142">
                <a:extLst>
                  <a:ext uri="{FF2B5EF4-FFF2-40B4-BE49-F238E27FC236}">
                    <a16:creationId xmlns:a16="http://schemas.microsoft.com/office/drawing/2014/main" id="{6CDC28A5-5E3B-D6AA-C9C6-0302E2AB8B99}"/>
                  </a:ext>
                </a:extLst>
              </p:cNvPr>
              <p:cNvCxnSpPr>
                <a:cxnSpLocks/>
                <a:stCxn id="112" idx="2"/>
                <a:endCxn id="112" idx="0"/>
              </p:cNvCxnSpPr>
              <p:nvPr/>
            </p:nvCxnSpPr>
            <p:spPr>
              <a:xfrm flipV="1">
                <a:off x="6997434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>
                <a:extLst>
                  <a:ext uri="{FF2B5EF4-FFF2-40B4-BE49-F238E27FC236}">
                    <a16:creationId xmlns:a16="http://schemas.microsoft.com/office/drawing/2014/main" id="{C405F41C-2D0B-A72E-ADD8-1FA7CF8A83E6}"/>
                  </a:ext>
                </a:extLst>
              </p:cNvPr>
              <p:cNvCxnSpPr>
                <a:cxnSpLocks/>
                <a:stCxn id="116" idx="2"/>
                <a:endCxn id="116" idx="0"/>
              </p:cNvCxnSpPr>
              <p:nvPr/>
            </p:nvCxnSpPr>
            <p:spPr>
              <a:xfrm flipV="1">
                <a:off x="8664083" y="5967190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7520CA77-C3D5-0544-19CE-954F7A858DEB}"/>
              </a:ext>
            </a:extLst>
          </p:cNvPr>
          <p:cNvGrpSpPr/>
          <p:nvPr/>
        </p:nvGrpSpPr>
        <p:grpSpPr>
          <a:xfrm>
            <a:off x="2348872" y="4995450"/>
            <a:ext cx="6238085" cy="609138"/>
            <a:chOff x="3120967" y="5074326"/>
            <a:chExt cx="6238085" cy="609138"/>
          </a:xfrm>
        </p:grpSpPr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274256F-B9EE-B00C-B2B2-39350C1765A3}"/>
                </a:ext>
              </a:extLst>
            </p:cNvPr>
            <p:cNvCxnSpPr>
              <a:cxnSpLocks/>
              <a:stCxn id="68" idx="1"/>
              <a:endCxn id="69" idx="1"/>
            </p:cNvCxnSpPr>
            <p:nvPr/>
          </p:nvCxnSpPr>
          <p:spPr>
            <a:xfrm flipH="1">
              <a:off x="3120967" y="5074326"/>
              <a:ext cx="6285" cy="492200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Straight Connector 12">
              <a:extLst>
                <a:ext uri="{FF2B5EF4-FFF2-40B4-BE49-F238E27FC236}">
                  <a16:creationId xmlns:a16="http://schemas.microsoft.com/office/drawing/2014/main" id="{DF8902CD-0293-D94A-AC4D-87E53FB28157}"/>
                </a:ext>
              </a:extLst>
            </p:cNvPr>
            <p:cNvCxnSpPr>
              <a:cxnSpLocks/>
              <a:stCxn id="68" idx="3"/>
              <a:endCxn id="77" idx="3"/>
            </p:cNvCxnSpPr>
            <p:nvPr/>
          </p:nvCxnSpPr>
          <p:spPr>
            <a:xfrm flipH="1">
              <a:off x="9352767" y="5074326"/>
              <a:ext cx="6285" cy="492199"/>
            </a:xfrm>
            <a:prstGeom prst="lin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E2A266F2-2FFA-5413-4258-640DE2597C47}"/>
                </a:ext>
              </a:extLst>
            </p:cNvPr>
            <p:cNvGrpSpPr/>
            <p:nvPr/>
          </p:nvGrpSpPr>
          <p:grpSpPr>
            <a:xfrm>
              <a:off x="3120967" y="5180122"/>
              <a:ext cx="6233501" cy="503342"/>
              <a:chOff x="3120967" y="5180122"/>
              <a:chExt cx="6233501" cy="503342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D5745870-7231-8E77-DAA6-26407B3F27AA}"/>
                  </a:ext>
                </a:extLst>
              </p:cNvPr>
              <p:cNvSpPr/>
              <p:nvPr/>
            </p:nvSpPr>
            <p:spPr>
              <a:xfrm>
                <a:off x="3120967" y="5460729"/>
                <a:ext cx="3039166" cy="21159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BF86B407-ED49-8F69-BAC4-BB4A3F8CB7EF}"/>
                  </a:ext>
                </a:extLst>
              </p:cNvPr>
              <p:cNvCxnSpPr>
                <a:cxnSpLocks/>
                <a:stCxn id="68" idx="2"/>
                <a:endCxn id="69" idx="3"/>
              </p:cNvCxnSpPr>
              <p:nvPr/>
            </p:nvCxnSpPr>
            <p:spPr>
              <a:xfrm flipH="1">
                <a:off x="6160133" y="5180122"/>
                <a:ext cx="83019" cy="386404"/>
              </a:xfrm>
              <a:prstGeom prst="lin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77" name="Rectangle 14">
                <a:extLst>
                  <a:ext uri="{FF2B5EF4-FFF2-40B4-BE49-F238E27FC236}">
                    <a16:creationId xmlns:a16="http://schemas.microsoft.com/office/drawing/2014/main" id="{298610EE-BD71-1386-DB54-1EE20D110485}"/>
                  </a:ext>
                </a:extLst>
              </p:cNvPr>
              <p:cNvSpPr/>
              <p:nvPr/>
            </p:nvSpPr>
            <p:spPr>
              <a:xfrm>
                <a:off x="6313601" y="5460728"/>
                <a:ext cx="3039166" cy="211593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  <p:cxnSp>
            <p:nvCxnSpPr>
              <p:cNvPr id="79" name="Straight Connector 12">
                <a:extLst>
                  <a:ext uri="{FF2B5EF4-FFF2-40B4-BE49-F238E27FC236}">
                    <a16:creationId xmlns:a16="http://schemas.microsoft.com/office/drawing/2014/main" id="{DF034BB9-FB64-253E-75E6-54B8154A4194}"/>
                  </a:ext>
                </a:extLst>
              </p:cNvPr>
              <p:cNvCxnSpPr>
                <a:cxnSpLocks/>
                <a:stCxn id="68" idx="2"/>
                <a:endCxn id="77" idx="1"/>
              </p:cNvCxnSpPr>
              <p:nvPr/>
            </p:nvCxnSpPr>
            <p:spPr>
              <a:xfrm>
                <a:off x="6243152" y="5180122"/>
                <a:ext cx="70449" cy="386403"/>
              </a:xfrm>
              <a:prstGeom prst="lin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  <a:prstDash val="sysDash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E5E52A8B-9E25-A141-960C-F967AC46B18E}"/>
                  </a:ext>
                </a:extLst>
              </p:cNvPr>
              <p:cNvCxnSpPr>
                <a:cxnSpLocks/>
                <a:stCxn id="69" idx="2"/>
                <a:endCxn id="69" idx="0"/>
              </p:cNvCxnSpPr>
              <p:nvPr/>
            </p:nvCxnSpPr>
            <p:spPr>
              <a:xfrm flipV="1">
                <a:off x="4640550" y="5460730"/>
                <a:ext cx="0" cy="211593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01E34440-E3DE-7F09-8CEB-88712F3FCAFA}"/>
                  </a:ext>
                </a:extLst>
              </p:cNvPr>
              <p:cNvCxnSpPr>
                <a:cxnSpLocks/>
                <a:stCxn id="77" idx="2"/>
                <a:endCxn id="77" idx="0"/>
              </p:cNvCxnSpPr>
              <p:nvPr/>
            </p:nvCxnSpPr>
            <p:spPr>
              <a:xfrm flipV="1">
                <a:off x="7833184" y="5460729"/>
                <a:ext cx="0" cy="211593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>
                <a:extLst>
                  <a:ext uri="{FF2B5EF4-FFF2-40B4-BE49-F238E27FC236}">
                    <a16:creationId xmlns:a16="http://schemas.microsoft.com/office/drawing/2014/main" id="{9EED9C71-AAD9-0EED-24B3-39877AEA320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20967" y="5449587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8" name="Straight Connector 127">
                <a:extLst>
                  <a:ext uri="{FF2B5EF4-FFF2-40B4-BE49-F238E27FC236}">
                    <a16:creationId xmlns:a16="http://schemas.microsoft.com/office/drawing/2014/main" id="{FBBB948B-C05E-A494-8CBB-FB23E47B856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26301" y="5460729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CCE52FD8-A514-F0FA-4164-B6A1D455211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354468" y="5449587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>
                <a:extLst>
                  <a:ext uri="{FF2B5EF4-FFF2-40B4-BE49-F238E27FC236}">
                    <a16:creationId xmlns:a16="http://schemas.microsoft.com/office/drawing/2014/main" id="{C5944746-8758-BFA0-45A8-53D8B7F0F02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45268" y="5460729"/>
                <a:ext cx="0" cy="222735"/>
              </a:xfrm>
              <a:prstGeom prst="line">
                <a:avLst/>
              </a:prstGeom>
              <a:ln w="127000">
                <a:solidFill>
                  <a:schemeClr val="accent2"/>
                </a:solidFill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6EE31E22-710C-383E-AB48-33091D87E1A2}"/>
                  </a:ext>
                </a:extLst>
              </p:cNvPr>
              <p:cNvSpPr txBox="1"/>
              <p:nvPr/>
            </p:nvSpPr>
            <p:spPr>
              <a:xfrm>
                <a:off x="886796" y="4330912"/>
                <a:ext cx="410689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⋈</m:t>
                      </m:r>
                    </m:oMath>
                  </m:oMathPara>
                </a14:m>
                <a:endParaRPr kumimoji="1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egoe UI"/>
                  <a:ea typeface="メイリオ"/>
                  <a:cs typeface="+mn-cs"/>
                </a:endParaRPr>
              </a:p>
            </p:txBody>
          </p:sp>
        </mc:Choice>
        <mc:Fallback xmlns="">
          <p:sp>
            <p:nvSpPr>
              <p:cNvPr id="147" name="TextBox 146">
                <a:extLst>
                  <a:ext uri="{FF2B5EF4-FFF2-40B4-BE49-F238E27FC236}">
                    <a16:creationId xmlns:a16="http://schemas.microsoft.com/office/drawing/2014/main" id="{18A9405F-2D7D-EF43-9510-2F02EF974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96" y="4330912"/>
                <a:ext cx="410689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楕円 8">
            <a:extLst>
              <a:ext uri="{FF2B5EF4-FFF2-40B4-BE49-F238E27FC236}">
                <a16:creationId xmlns:a16="http://schemas.microsoft.com/office/drawing/2014/main" id="{7B7C9AA1-82B0-111F-AD1D-99B3DAE29E9C}"/>
              </a:ext>
            </a:extLst>
          </p:cNvPr>
          <p:cNvSpPr/>
          <p:nvPr/>
        </p:nvSpPr>
        <p:spPr>
          <a:xfrm>
            <a:off x="10210530" y="4782056"/>
            <a:ext cx="288169" cy="28816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457BDE63-241D-78C5-8EB9-B6479A367A68}"/>
              </a:ext>
            </a:extLst>
          </p:cNvPr>
          <p:cNvGrpSpPr/>
          <p:nvPr/>
        </p:nvGrpSpPr>
        <p:grpSpPr>
          <a:xfrm>
            <a:off x="9726013" y="5028024"/>
            <a:ext cx="1271370" cy="698325"/>
            <a:chOff x="9732363" y="5028024"/>
            <a:chExt cx="1271370" cy="698325"/>
          </a:xfrm>
          <a:solidFill>
            <a:srgbClr val="FFC000"/>
          </a:solidFill>
        </p:grpSpPr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8D979069-38B3-AA67-E738-E9BA6881972F}"/>
                </a:ext>
              </a:extLst>
            </p:cNvPr>
            <p:cNvSpPr/>
            <p:nvPr/>
          </p:nvSpPr>
          <p:spPr>
            <a:xfrm>
              <a:off x="9732363" y="5438180"/>
              <a:ext cx="288169" cy="288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EE7C0BD0-FDDB-DA41-85C4-886312EE79F8}"/>
                </a:ext>
              </a:extLst>
            </p:cNvPr>
            <p:cNvSpPr/>
            <p:nvPr/>
          </p:nvSpPr>
          <p:spPr>
            <a:xfrm>
              <a:off x="10715564" y="5428010"/>
              <a:ext cx="288169" cy="288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FCD48C27-E6DF-0879-1700-825252F3E5A0}"/>
                </a:ext>
              </a:extLst>
            </p:cNvPr>
            <p:cNvCxnSpPr>
              <a:stCxn id="9" idx="3"/>
              <a:endCxn id="10" idx="7"/>
            </p:cNvCxnSpPr>
            <p:nvPr/>
          </p:nvCxnSpPr>
          <p:spPr>
            <a:xfrm flipH="1">
              <a:off x="9978331" y="5028024"/>
              <a:ext cx="274400" cy="452357"/>
            </a:xfrm>
            <a:prstGeom prst="lin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78BDDA81-43F9-4167-5B77-3E4A5B90A210}"/>
                </a:ext>
              </a:extLst>
            </p:cNvPr>
            <p:cNvCxnSpPr>
              <a:cxnSpLocks/>
              <a:stCxn id="9" idx="5"/>
              <a:endCxn id="11" idx="1"/>
            </p:cNvCxnSpPr>
            <p:nvPr/>
          </p:nvCxnSpPr>
          <p:spPr>
            <a:xfrm>
              <a:off x="10456498" y="5028024"/>
              <a:ext cx="301267" cy="442187"/>
            </a:xfrm>
            <a:prstGeom prst="lin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A9302687-44EB-F43D-DD9D-3BA046E94630}"/>
              </a:ext>
            </a:extLst>
          </p:cNvPr>
          <p:cNvGrpSpPr/>
          <p:nvPr/>
        </p:nvGrpSpPr>
        <p:grpSpPr>
          <a:xfrm>
            <a:off x="9491315" y="5569583"/>
            <a:ext cx="1797289" cy="533411"/>
            <a:chOff x="9497665" y="5673978"/>
            <a:chExt cx="1797289" cy="533411"/>
          </a:xfrm>
          <a:solidFill>
            <a:srgbClr val="FFC000"/>
          </a:solidFill>
        </p:grpSpPr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1CA43AEC-617A-3B6A-5513-32715094B3A1}"/>
                </a:ext>
              </a:extLst>
            </p:cNvPr>
            <p:cNvSpPr/>
            <p:nvPr/>
          </p:nvSpPr>
          <p:spPr>
            <a:xfrm>
              <a:off x="9497665" y="5882882"/>
              <a:ext cx="288169" cy="288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581F35D6-D725-0CFA-08AD-E316D041474B}"/>
                </a:ext>
              </a:extLst>
            </p:cNvPr>
            <p:cNvSpPr/>
            <p:nvPr/>
          </p:nvSpPr>
          <p:spPr>
            <a:xfrm>
              <a:off x="10009461" y="5882882"/>
              <a:ext cx="288169" cy="288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2A802BD8-3200-4030-BFBB-DFD9296D2663}"/>
                </a:ext>
              </a:extLst>
            </p:cNvPr>
            <p:cNvCxnSpPr>
              <a:cxnSpLocks/>
              <a:stCxn id="10" idx="3"/>
              <a:endCxn id="14" idx="0"/>
            </p:cNvCxnSpPr>
            <p:nvPr/>
          </p:nvCxnSpPr>
          <p:spPr>
            <a:xfrm flipH="1">
              <a:off x="9641750" y="5684148"/>
              <a:ext cx="126464" cy="198734"/>
            </a:xfrm>
            <a:prstGeom prst="lin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AD01C27A-31F2-FF77-EAD1-60B6D486C117}"/>
                </a:ext>
              </a:extLst>
            </p:cNvPr>
            <p:cNvCxnSpPr>
              <a:cxnSpLocks/>
              <a:stCxn id="10" idx="5"/>
              <a:endCxn id="15" idx="0"/>
            </p:cNvCxnSpPr>
            <p:nvPr/>
          </p:nvCxnSpPr>
          <p:spPr>
            <a:xfrm>
              <a:off x="9971981" y="5684148"/>
              <a:ext cx="181565" cy="198734"/>
            </a:xfrm>
            <a:prstGeom prst="lin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楕円 29">
              <a:extLst>
                <a:ext uri="{FF2B5EF4-FFF2-40B4-BE49-F238E27FC236}">
                  <a16:creationId xmlns:a16="http://schemas.microsoft.com/office/drawing/2014/main" id="{FFD250EC-29E5-4478-3A5C-D67448CA4768}"/>
                </a:ext>
              </a:extLst>
            </p:cNvPr>
            <p:cNvSpPr/>
            <p:nvPr/>
          </p:nvSpPr>
          <p:spPr>
            <a:xfrm>
              <a:off x="10494989" y="5919220"/>
              <a:ext cx="288169" cy="288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楕円 30">
              <a:extLst>
                <a:ext uri="{FF2B5EF4-FFF2-40B4-BE49-F238E27FC236}">
                  <a16:creationId xmlns:a16="http://schemas.microsoft.com/office/drawing/2014/main" id="{EE18DD12-0D4D-4BC4-12E8-48C49D295645}"/>
                </a:ext>
              </a:extLst>
            </p:cNvPr>
            <p:cNvSpPr/>
            <p:nvPr/>
          </p:nvSpPr>
          <p:spPr>
            <a:xfrm>
              <a:off x="11006785" y="5919220"/>
              <a:ext cx="288169" cy="288169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A9789131-F98D-DA1A-4A8A-A1296B35F75D}"/>
                </a:ext>
              </a:extLst>
            </p:cNvPr>
            <p:cNvCxnSpPr>
              <a:cxnSpLocks/>
              <a:stCxn id="11" idx="3"/>
              <a:endCxn id="30" idx="0"/>
            </p:cNvCxnSpPr>
            <p:nvPr/>
          </p:nvCxnSpPr>
          <p:spPr>
            <a:xfrm flipH="1">
              <a:off x="10639074" y="5673978"/>
              <a:ext cx="112341" cy="245242"/>
            </a:xfrm>
            <a:prstGeom prst="lin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E585B407-33A8-37E2-0647-F8191DDBDF3E}"/>
                </a:ext>
              </a:extLst>
            </p:cNvPr>
            <p:cNvCxnSpPr>
              <a:cxnSpLocks/>
              <a:stCxn id="11" idx="5"/>
              <a:endCxn id="31" idx="0"/>
            </p:cNvCxnSpPr>
            <p:nvPr/>
          </p:nvCxnSpPr>
          <p:spPr>
            <a:xfrm>
              <a:off x="10955182" y="5673978"/>
              <a:ext cx="195688" cy="245242"/>
            </a:xfrm>
            <a:prstGeom prst="line">
              <a:avLst/>
            </a:prstGeom>
            <a:grp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C343F8D3-382F-C3A4-633A-A0FD838FB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D25A8-F043-4EE9-A82B-9FB40E04354F}" type="slidenum">
              <a:rPr lang="ja-JP" altLang="en-US" smtClean="0"/>
              <a:pPr/>
              <a:t>17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4185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A2F734-B5A6-FC93-EA15-7B35E84D8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提案手法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B99725-058E-DB8C-AC04-0F967F670F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87578"/>
            <a:ext cx="8596668" cy="3880773"/>
          </a:xfrm>
        </p:spPr>
        <p:txBody>
          <a:bodyPr>
            <a:normAutofit/>
          </a:bodyPr>
          <a:lstStyle/>
          <a:p>
            <a:r>
              <a:rPr kumimoji="1" lang="ja-JP" altLang="en-US" sz="2000" dirty="0">
                <a:latin typeface="+mn-ea"/>
              </a:rPr>
              <a:t>コスト推定</a:t>
            </a:r>
            <a:endParaRPr kumimoji="1" lang="en-US" altLang="ja-JP" sz="2000" dirty="0">
              <a:latin typeface="+mn-ea"/>
            </a:endParaRPr>
          </a:p>
          <a:p>
            <a:pPr lvl="1"/>
            <a:r>
              <a:rPr kumimoji="1" lang="ja-JP" altLang="en-US" sz="2000" dirty="0">
                <a:latin typeface="+mn-ea"/>
              </a:rPr>
              <a:t>最適化の際に必要となる、各クエリプランのコスト、マイグレーションプランのコストを</a:t>
            </a:r>
            <a:r>
              <a:rPr kumimoji="1" lang="en-US" altLang="ja-JP" sz="2000" dirty="0">
                <a:latin typeface="+mn-ea"/>
              </a:rPr>
              <a:t>PostgreSQL</a:t>
            </a:r>
            <a:r>
              <a:rPr kumimoji="1" lang="ja-JP" altLang="en-US" sz="2000" dirty="0">
                <a:latin typeface="+mn-ea"/>
              </a:rPr>
              <a:t>の</a:t>
            </a:r>
            <a:r>
              <a:rPr kumimoji="1" lang="en-US" altLang="ja-JP" sz="2000" dirty="0">
                <a:latin typeface="+mn-ea"/>
              </a:rPr>
              <a:t>EXPLAIN</a:t>
            </a:r>
            <a:r>
              <a:rPr kumimoji="1" lang="ja-JP" altLang="en-US" sz="2000" dirty="0">
                <a:latin typeface="+mn-ea"/>
              </a:rPr>
              <a:t>コマンドで取得</a:t>
            </a:r>
            <a:endParaRPr kumimoji="1" lang="en-US" altLang="ja-JP" sz="2000" dirty="0">
              <a:latin typeface="+mn-ea"/>
            </a:endParaRPr>
          </a:p>
          <a:p>
            <a:pPr lvl="1"/>
            <a:endParaRPr lang="en-US" altLang="ja-JP" sz="2000" dirty="0">
              <a:latin typeface="+mn-ea"/>
            </a:endParaRPr>
          </a:p>
          <a:p>
            <a:r>
              <a:rPr kumimoji="1" lang="en-US" altLang="ja-JP" sz="2000" dirty="0">
                <a:latin typeface="+mn-ea"/>
              </a:rPr>
              <a:t>ILP</a:t>
            </a:r>
            <a:r>
              <a:rPr kumimoji="1" lang="ja-JP" altLang="en-US" sz="2000" dirty="0">
                <a:latin typeface="+mn-ea"/>
              </a:rPr>
              <a:t>を用いた最適化</a:t>
            </a:r>
            <a:endParaRPr kumimoji="1" lang="en-US" altLang="ja-JP" sz="2000" dirty="0">
              <a:latin typeface="+mn-ea"/>
            </a:endParaRPr>
          </a:p>
          <a:p>
            <a:pPr lvl="1"/>
            <a:r>
              <a:rPr kumimoji="1" lang="ja-JP" altLang="en-US" sz="2000" dirty="0">
                <a:latin typeface="+mn-ea"/>
              </a:rPr>
              <a:t>プルーニングにより削減された実体化ビュー候補と、各クエリ、マイグレーションプランのコストを使用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4E960CC-BD37-D43E-8576-58AF4C12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24180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8FC276-2B89-370A-6FAF-46E85B8CB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DD7AD-8D9D-75C1-AE4E-DD6CC0A3E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262744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現在の進捗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322A657-30DD-6290-5C93-054B0C5CC4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56658"/>
            <a:ext cx="8596668" cy="1262745"/>
          </a:xfrm>
        </p:spPr>
        <p:txBody>
          <a:bodyPr>
            <a:normAutofit/>
          </a:bodyPr>
          <a:lstStyle/>
          <a:p>
            <a:r>
              <a:rPr kumimoji="1" lang="ja-JP" altLang="en-US" sz="2000" dirty="0">
                <a:latin typeface="+mn-ea"/>
              </a:rPr>
              <a:t>小規模の実験環境において、</a:t>
            </a:r>
            <a:r>
              <a:rPr kumimoji="1" lang="en-US" altLang="ja-JP" sz="2000" dirty="0">
                <a:latin typeface="+mn-ea"/>
              </a:rPr>
              <a:t>2</a:t>
            </a:r>
            <a:r>
              <a:rPr kumimoji="1" lang="ja-JP" altLang="en-US" sz="2000" dirty="0">
                <a:latin typeface="+mn-ea"/>
              </a:rPr>
              <a:t>つのタイムステップを用意し各時刻においてワークロード実行コストのみを考慮した最適化を実行</a:t>
            </a:r>
            <a:endParaRPr kumimoji="1" lang="en-US" altLang="ja-JP" sz="2000" dirty="0">
              <a:latin typeface="+mn-ea"/>
            </a:endParaRPr>
          </a:p>
          <a:p>
            <a:r>
              <a:rPr kumimoji="1" lang="ja-JP" altLang="en-US" sz="2000" dirty="0">
                <a:latin typeface="+mn-ea"/>
              </a:rPr>
              <a:t>時刻間でのマイグレーションプランの取得を完了</a:t>
            </a:r>
            <a:endParaRPr kumimoji="1" lang="en-US" altLang="ja-JP" sz="2000" dirty="0">
              <a:latin typeface="+mn-ea"/>
            </a:endParaRPr>
          </a:p>
          <a:p>
            <a:pPr marL="0" indent="0">
              <a:buNone/>
            </a:pPr>
            <a:endParaRPr kumimoji="1" lang="en-US" altLang="ja-JP" sz="2000" dirty="0">
              <a:latin typeface="+mn-ea"/>
            </a:endParaRPr>
          </a:p>
          <a:p>
            <a:pPr marL="0" indent="0">
              <a:buNone/>
            </a:pPr>
            <a:endParaRPr lang="en-US" altLang="ja-JP" sz="2000" dirty="0">
              <a:latin typeface="+mn-ea"/>
            </a:endParaRPr>
          </a:p>
          <a:p>
            <a:pPr marL="0" indent="0">
              <a:buNone/>
            </a:pPr>
            <a:endParaRPr kumimoji="1" lang="en-US" altLang="ja-JP" sz="2000" dirty="0">
              <a:latin typeface="+mn-ea"/>
            </a:endParaRPr>
          </a:p>
          <a:p>
            <a:pPr marL="0" indent="0">
              <a:buNone/>
            </a:pPr>
            <a:endParaRPr lang="en-US" altLang="ja-JP" sz="2000" dirty="0">
              <a:latin typeface="+mn-ea"/>
            </a:endParaRPr>
          </a:p>
          <a:p>
            <a:pPr marL="0" indent="0">
              <a:buNone/>
            </a:pPr>
            <a:endParaRPr kumimoji="1" lang="en-US" altLang="ja-JP" sz="2000" dirty="0">
              <a:latin typeface="+mn-ea"/>
            </a:endParaRPr>
          </a:p>
          <a:p>
            <a:pPr marL="0" indent="0">
              <a:buNone/>
            </a:pPr>
            <a:endParaRPr lang="en-US" altLang="ja-JP" sz="2000" dirty="0">
              <a:latin typeface="+mn-ea"/>
            </a:endParaRPr>
          </a:p>
          <a:p>
            <a:pPr marL="0" indent="0">
              <a:buNone/>
            </a:pPr>
            <a:endParaRPr kumimoji="1" lang="en-US" altLang="ja-JP" sz="2000" dirty="0">
              <a:latin typeface="+mn-ea"/>
            </a:endParaRPr>
          </a:p>
          <a:p>
            <a:pPr marL="0" indent="0">
              <a:buNone/>
            </a:pPr>
            <a:endParaRPr kumimoji="1" lang="en-US" altLang="ja-JP" sz="2000" dirty="0">
              <a:latin typeface="+mn-ea"/>
            </a:endParaRPr>
          </a:p>
          <a:p>
            <a:pPr lvl="1"/>
            <a:endParaRPr kumimoji="1" lang="en-US" altLang="ja-JP" sz="1800" dirty="0">
              <a:latin typeface="+mn-ea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581D89-2F6A-1194-4726-602DA0B5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34714" y="155558"/>
            <a:ext cx="683339" cy="365125"/>
          </a:xfrm>
        </p:spPr>
        <p:txBody>
          <a:bodyPr/>
          <a:lstStyle/>
          <a:p>
            <a:fld id="{AF28E49E-645C-4D4B-96CB-99819698BAB1}" type="slidenum">
              <a:rPr kumimoji="1" lang="ja-JP" altLang="en-US" smtClean="0"/>
              <a:t>19</a:t>
            </a:fld>
            <a:endParaRPr kumimoji="1" lang="ja-JP" altLang="en-US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BA5583-C657-3626-DD2A-4A3C5FD1C5E1}"/>
              </a:ext>
            </a:extLst>
          </p:cNvPr>
          <p:cNvSpPr txBox="1"/>
          <p:nvPr/>
        </p:nvSpPr>
        <p:spPr>
          <a:xfrm>
            <a:off x="1542056" y="2956397"/>
            <a:ext cx="1024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morning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8885989-FFCA-32EC-5EAC-CCEB804C3935}"/>
              </a:ext>
            </a:extLst>
          </p:cNvPr>
          <p:cNvSpPr txBox="1"/>
          <p:nvPr/>
        </p:nvSpPr>
        <p:spPr>
          <a:xfrm>
            <a:off x="8760582" y="2887850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evening</a:t>
            </a:r>
            <a:endParaRPr kumimoji="1" lang="ja-JP" altLang="en-US" dirty="0"/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8EB24FA6-6D37-FEBF-1F0A-5479C3E3C1B6}"/>
              </a:ext>
            </a:extLst>
          </p:cNvPr>
          <p:cNvSpPr/>
          <p:nvPr/>
        </p:nvSpPr>
        <p:spPr>
          <a:xfrm>
            <a:off x="851503" y="3825826"/>
            <a:ext cx="1088571" cy="7946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MV1</a:t>
            </a:r>
            <a:endParaRPr kumimoji="1" lang="ja-JP" altLang="en-US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70CBB2B9-E07A-3FFB-400A-92AF91C65028}"/>
              </a:ext>
            </a:extLst>
          </p:cNvPr>
          <p:cNvSpPr/>
          <p:nvPr/>
        </p:nvSpPr>
        <p:spPr>
          <a:xfrm>
            <a:off x="2181353" y="4794155"/>
            <a:ext cx="1088571" cy="79465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MV6</a:t>
            </a:r>
            <a:endParaRPr kumimoji="1" lang="ja-JP" altLang="en-US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09A886C-9FA2-7F93-9E7E-7726F126E92D}"/>
              </a:ext>
            </a:extLst>
          </p:cNvPr>
          <p:cNvSpPr/>
          <p:nvPr/>
        </p:nvSpPr>
        <p:spPr>
          <a:xfrm>
            <a:off x="851504" y="4786881"/>
            <a:ext cx="1088571" cy="7946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MV4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9559E9A-0C22-8232-D5B4-695F137F3390}"/>
              </a:ext>
            </a:extLst>
          </p:cNvPr>
          <p:cNvSpPr/>
          <p:nvPr/>
        </p:nvSpPr>
        <p:spPr>
          <a:xfrm>
            <a:off x="9459724" y="3791887"/>
            <a:ext cx="1088571" cy="7946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MV2</a:t>
            </a:r>
            <a:endParaRPr kumimoji="1" lang="ja-JP" altLang="en-US" dirty="0"/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C090BEE3-FDDE-5200-6C0B-029757951F55}"/>
              </a:ext>
            </a:extLst>
          </p:cNvPr>
          <p:cNvSpPr/>
          <p:nvPr/>
        </p:nvSpPr>
        <p:spPr>
          <a:xfrm>
            <a:off x="8165096" y="3791887"/>
            <a:ext cx="1088571" cy="7946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MV1</a:t>
            </a:r>
            <a:endParaRPr kumimoji="1" lang="ja-JP" altLang="en-US" dirty="0"/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BD2CC8A-A1FE-7221-CE1F-75201CD70142}"/>
              </a:ext>
            </a:extLst>
          </p:cNvPr>
          <p:cNvSpPr/>
          <p:nvPr/>
        </p:nvSpPr>
        <p:spPr>
          <a:xfrm>
            <a:off x="9494946" y="4738944"/>
            <a:ext cx="1088571" cy="7946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MV5</a:t>
            </a:r>
            <a:endParaRPr kumimoji="1" lang="ja-JP" altLang="en-US" dirty="0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1B14F51F-9267-7E98-51AA-FFD991EFE1A3}"/>
              </a:ext>
            </a:extLst>
          </p:cNvPr>
          <p:cNvSpPr/>
          <p:nvPr/>
        </p:nvSpPr>
        <p:spPr>
          <a:xfrm>
            <a:off x="8165097" y="4746217"/>
            <a:ext cx="1088571" cy="794657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MV4</a:t>
            </a:r>
            <a:endParaRPr kumimoji="1" lang="ja-JP" altLang="en-US" dirty="0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C4DD0922-D836-2428-62EA-07E546F63CC8}"/>
              </a:ext>
            </a:extLst>
          </p:cNvPr>
          <p:cNvSpPr/>
          <p:nvPr/>
        </p:nvSpPr>
        <p:spPr>
          <a:xfrm>
            <a:off x="677334" y="3669267"/>
            <a:ext cx="2754085" cy="31125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33975E8-1DB3-140C-FBC0-6E07E04C43D1}"/>
              </a:ext>
            </a:extLst>
          </p:cNvPr>
          <p:cNvSpPr/>
          <p:nvPr/>
        </p:nvSpPr>
        <p:spPr>
          <a:xfrm>
            <a:off x="7946731" y="3614055"/>
            <a:ext cx="2786479" cy="311214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矢印: 右 16">
            <a:extLst>
              <a:ext uri="{FF2B5EF4-FFF2-40B4-BE49-F238E27FC236}">
                <a16:creationId xmlns:a16="http://schemas.microsoft.com/office/drawing/2014/main" id="{EBEBACA8-634E-2A2B-B1AE-378ECDE0D751}"/>
              </a:ext>
            </a:extLst>
          </p:cNvPr>
          <p:cNvSpPr/>
          <p:nvPr/>
        </p:nvSpPr>
        <p:spPr>
          <a:xfrm>
            <a:off x="4392778" y="5331389"/>
            <a:ext cx="2442091" cy="250149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5F992C2-2506-EED2-D355-C3D840AADB36}"/>
              </a:ext>
            </a:extLst>
          </p:cNvPr>
          <p:cNvSpPr txBox="1"/>
          <p:nvPr/>
        </p:nvSpPr>
        <p:spPr>
          <a:xfrm>
            <a:off x="4543281" y="566640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マイグレーション</a:t>
            </a: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D442975A-AE85-3AB4-319B-D604BFBA1045}"/>
              </a:ext>
            </a:extLst>
          </p:cNvPr>
          <p:cNvSpPr/>
          <p:nvPr/>
        </p:nvSpPr>
        <p:spPr>
          <a:xfrm>
            <a:off x="2158439" y="3825825"/>
            <a:ext cx="1088571" cy="79465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MV3</a:t>
            </a:r>
            <a:endParaRPr kumimoji="1" lang="ja-JP" altLang="en-US" dirty="0"/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6B8F040D-8BBC-BB4F-D3AF-E3C948599157}"/>
              </a:ext>
            </a:extLst>
          </p:cNvPr>
          <p:cNvSpPr/>
          <p:nvPr/>
        </p:nvSpPr>
        <p:spPr>
          <a:xfrm>
            <a:off x="2181352" y="5851072"/>
            <a:ext cx="1088571" cy="7946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MV8</a:t>
            </a:r>
            <a:endParaRPr kumimoji="1" lang="ja-JP" altLang="en-US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A67687CE-9927-D835-71BD-460855BB227F}"/>
              </a:ext>
            </a:extLst>
          </p:cNvPr>
          <p:cNvSpPr/>
          <p:nvPr/>
        </p:nvSpPr>
        <p:spPr>
          <a:xfrm>
            <a:off x="871548" y="5826595"/>
            <a:ext cx="1088571" cy="7946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MV7</a:t>
            </a:r>
            <a:endParaRPr kumimoji="1" lang="ja-JP" altLang="en-US" dirty="0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5BB1B557-7F30-6BB5-060C-DBF6C9071617}"/>
              </a:ext>
            </a:extLst>
          </p:cNvPr>
          <p:cNvSpPr/>
          <p:nvPr/>
        </p:nvSpPr>
        <p:spPr>
          <a:xfrm>
            <a:off x="9502245" y="5732571"/>
            <a:ext cx="1088571" cy="794657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MV10</a:t>
            </a:r>
            <a:endParaRPr kumimoji="1" lang="ja-JP" altLang="en-US" dirty="0"/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21808B16-7F04-2B9B-5A5A-6EDEA8EDF920}"/>
              </a:ext>
            </a:extLst>
          </p:cNvPr>
          <p:cNvSpPr/>
          <p:nvPr/>
        </p:nvSpPr>
        <p:spPr>
          <a:xfrm>
            <a:off x="8165095" y="5754666"/>
            <a:ext cx="1088571" cy="794657"/>
          </a:xfrm>
          <a:prstGeom prst="round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bg1"/>
                </a:solidFill>
              </a:rPr>
              <a:t>MV9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24" name="正方形/長方形 28">
            <a:extLst>
              <a:ext uri="{FF2B5EF4-FFF2-40B4-BE49-F238E27FC236}">
                <a16:creationId xmlns:a16="http://schemas.microsoft.com/office/drawing/2014/main" id="{A2875C43-7316-7396-289D-F409181D4F70}"/>
              </a:ext>
            </a:extLst>
          </p:cNvPr>
          <p:cNvSpPr/>
          <p:nvPr/>
        </p:nvSpPr>
        <p:spPr>
          <a:xfrm>
            <a:off x="3465375" y="3114202"/>
            <a:ext cx="3518117" cy="110895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dirty="0">
                <a:solidFill>
                  <a:srgbClr val="5B9BD5">
                    <a:lumMod val="60000"/>
                    <a:lumOff val="40000"/>
                  </a:srgbClr>
                </a:solidFill>
                <a:latin typeface="Segoe UI"/>
                <a:ea typeface="メイリオ"/>
              </a:rPr>
              <a:t>CREATE MATERIALIZED VIEW </a:t>
            </a:r>
            <a:r>
              <a:rPr kumimoji="1" lang="en-US" altLang="ja-JP" sz="1600" b="1" dirty="0">
                <a:solidFill>
                  <a:srgbClr val="0070C0"/>
                </a:solidFill>
                <a:latin typeface="Segoe UI"/>
                <a:ea typeface="メイリオ"/>
              </a:rPr>
              <a:t>MV5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SELECT</a:t>
            </a: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prstClr val="white"/>
                </a:solidFill>
                <a:latin typeface="Segoe UI"/>
                <a:ea typeface="メイリオ"/>
              </a:rPr>
              <a:t>…</a:t>
            </a:r>
            <a:b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</a:b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FROM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schemeClr val="accent4"/>
                </a:solidFill>
                <a:latin typeface="Segoe UI"/>
                <a:ea typeface="メイリオ"/>
              </a:rPr>
              <a:t>MV3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JOIN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MV6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ON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prstClr val="white"/>
                </a:solidFill>
                <a:latin typeface="Segoe UI"/>
                <a:ea typeface="メイリオ"/>
              </a:rPr>
              <a:t>…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25" name="正方形/長方形 28">
            <a:extLst>
              <a:ext uri="{FF2B5EF4-FFF2-40B4-BE49-F238E27FC236}">
                <a16:creationId xmlns:a16="http://schemas.microsoft.com/office/drawing/2014/main" id="{9B18D876-83D7-0EC3-A200-3D29F24CA9A3}"/>
              </a:ext>
            </a:extLst>
          </p:cNvPr>
          <p:cNvSpPr/>
          <p:nvPr/>
        </p:nvSpPr>
        <p:spPr>
          <a:xfrm>
            <a:off x="3742551" y="3429000"/>
            <a:ext cx="3518117" cy="110895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dirty="0">
                <a:solidFill>
                  <a:srgbClr val="5B9BD5">
                    <a:lumMod val="60000"/>
                    <a:lumOff val="40000"/>
                  </a:srgbClr>
                </a:solidFill>
                <a:latin typeface="Segoe UI"/>
                <a:ea typeface="メイリオ"/>
              </a:rPr>
              <a:t>CREATE MATERIALIZED VIEW </a:t>
            </a:r>
            <a:r>
              <a:rPr kumimoji="1" lang="en-US" altLang="ja-JP" sz="1600" b="1" dirty="0">
                <a:solidFill>
                  <a:srgbClr val="0070C0"/>
                </a:solidFill>
                <a:latin typeface="Segoe UI"/>
                <a:ea typeface="メイリオ"/>
              </a:rPr>
              <a:t>MV2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SELECT</a:t>
            </a: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prstClr val="white"/>
                </a:solidFill>
                <a:latin typeface="Segoe UI"/>
                <a:ea typeface="メイリオ"/>
              </a:rPr>
              <a:t>…</a:t>
            </a:r>
            <a:b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</a:b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FROM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schemeClr val="accent4"/>
                </a:solidFill>
                <a:latin typeface="Segoe UI"/>
                <a:ea typeface="メイリオ"/>
              </a:rPr>
              <a:t>MV3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JOIN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MV6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ON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prstClr val="white"/>
                </a:solidFill>
                <a:latin typeface="Segoe UI"/>
                <a:ea typeface="メイリオ"/>
              </a:rPr>
              <a:t>…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26" name="正方形/長方形 28">
            <a:extLst>
              <a:ext uri="{FF2B5EF4-FFF2-40B4-BE49-F238E27FC236}">
                <a16:creationId xmlns:a16="http://schemas.microsoft.com/office/drawing/2014/main" id="{DC1576C0-9491-1E64-6652-050E70D12682}"/>
              </a:ext>
            </a:extLst>
          </p:cNvPr>
          <p:cNvSpPr/>
          <p:nvPr/>
        </p:nvSpPr>
        <p:spPr>
          <a:xfrm>
            <a:off x="4050040" y="3730897"/>
            <a:ext cx="3619515" cy="110895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dirty="0">
                <a:solidFill>
                  <a:srgbClr val="5B9BD5">
                    <a:lumMod val="60000"/>
                    <a:lumOff val="40000"/>
                  </a:srgbClr>
                </a:solidFill>
                <a:latin typeface="Segoe UI"/>
                <a:ea typeface="メイリオ"/>
              </a:rPr>
              <a:t>CREATE MATERIALIZED VIEW </a:t>
            </a:r>
            <a:r>
              <a:rPr kumimoji="1" lang="en-US" altLang="ja-JP" sz="1600" b="1" dirty="0">
                <a:solidFill>
                  <a:srgbClr val="0070C0"/>
                </a:solidFill>
                <a:latin typeface="Segoe UI"/>
                <a:ea typeface="メイリオ"/>
              </a:rPr>
              <a:t>MV10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SELECT</a:t>
            </a: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prstClr val="white"/>
                </a:solidFill>
                <a:latin typeface="Segoe UI"/>
                <a:ea typeface="メイリオ"/>
              </a:rPr>
              <a:t>…</a:t>
            </a:r>
            <a:b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</a:b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FROM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schemeClr val="accent4"/>
                </a:solidFill>
                <a:latin typeface="Segoe UI"/>
                <a:ea typeface="メイリオ"/>
              </a:rPr>
              <a:t>MV3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JOIN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MV6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ON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prstClr val="white"/>
                </a:solidFill>
                <a:latin typeface="Segoe UI"/>
                <a:ea typeface="メイリオ"/>
              </a:rPr>
              <a:t>…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  <p:sp>
        <p:nvSpPr>
          <p:cNvPr id="27" name="正方形/長方形 28">
            <a:extLst>
              <a:ext uri="{FF2B5EF4-FFF2-40B4-BE49-F238E27FC236}">
                <a16:creationId xmlns:a16="http://schemas.microsoft.com/office/drawing/2014/main" id="{892D0429-E6B5-5E1C-7180-2CBFD2D30CCD}"/>
              </a:ext>
            </a:extLst>
          </p:cNvPr>
          <p:cNvSpPr/>
          <p:nvPr/>
        </p:nvSpPr>
        <p:spPr>
          <a:xfrm>
            <a:off x="4319431" y="4038598"/>
            <a:ext cx="3518117" cy="1108951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dirty="0">
                <a:solidFill>
                  <a:srgbClr val="5B9BD5">
                    <a:lumMod val="60000"/>
                    <a:lumOff val="40000"/>
                  </a:srgbClr>
                </a:solidFill>
                <a:latin typeface="Segoe UI"/>
                <a:ea typeface="メイリオ"/>
              </a:rPr>
              <a:t>CREATE MATERIALIZED VIEW </a:t>
            </a:r>
            <a:r>
              <a:rPr kumimoji="1" lang="en-US" altLang="ja-JP" sz="1600" b="1" dirty="0">
                <a:solidFill>
                  <a:schemeClr val="accent4"/>
                </a:solidFill>
                <a:latin typeface="Segoe UI"/>
                <a:ea typeface="メイリオ"/>
              </a:rPr>
              <a:t>MV9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schemeClr val="accent4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SELECT</a:t>
            </a:r>
            <a:r>
              <a:rPr kumimoji="1" lang="ja-JP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prstClr val="white"/>
                </a:solidFill>
                <a:latin typeface="Segoe UI"/>
                <a:ea typeface="メイリオ"/>
              </a:rPr>
              <a:t>…</a:t>
            </a:r>
            <a:b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</a:b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FROM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schemeClr val="accent4"/>
                </a:solidFill>
                <a:latin typeface="Segoe UI"/>
                <a:ea typeface="メイリオ"/>
              </a:rPr>
              <a:t>MV3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JOIN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MV6 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60000"/>
                    <a:lumOff val="40000"/>
                  </a:srgbClr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ON</a:t>
            </a:r>
            <a:r>
              <a:rPr kumimoji="1" lang="en-US" altLang="ja-JP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メイリオ"/>
                <a:cs typeface="+mn-cs"/>
              </a:rPr>
              <a:t> </a:t>
            </a:r>
            <a:r>
              <a:rPr kumimoji="1" lang="en-US" altLang="ja-JP" sz="1600" b="1" dirty="0">
                <a:solidFill>
                  <a:prstClr val="white"/>
                </a:solidFill>
                <a:latin typeface="Segoe UI"/>
                <a:ea typeface="メイリオ"/>
              </a:rPr>
              <a:t>…</a:t>
            </a:r>
            <a:endParaRPr kumimoji="1" lang="en-US" altLang="ja-JP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/>
              <a:ea typeface="メイリオ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38915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B3F1C-4A21-C834-5970-8EC1F9C4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099457"/>
          </a:xfrm>
        </p:spPr>
        <p:txBody>
          <a:bodyPr/>
          <a:lstStyle/>
          <a:p>
            <a:r>
              <a:rPr kumimoji="1" lang="ja-JP" altLang="en-US" dirty="0"/>
              <a:t>今後の方針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47FFE2-A74B-F12E-8208-94E1B1E94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598780" cy="3880773"/>
          </a:xfrm>
        </p:spPr>
        <p:txBody>
          <a:bodyPr/>
          <a:lstStyle/>
          <a:p>
            <a:r>
              <a:rPr lang="ja-JP" altLang="en-US" sz="2000" dirty="0">
                <a:latin typeface="+mn-ea"/>
              </a:rPr>
              <a:t>今後は、マイグレーションコストを含めた最適化の実装に取りかかる予定</a:t>
            </a:r>
            <a:endParaRPr lang="en-US" altLang="ja-JP" sz="2000" dirty="0">
              <a:latin typeface="+mn-ea"/>
            </a:endParaRPr>
          </a:p>
          <a:p>
            <a:pPr lvl="1"/>
            <a:r>
              <a:rPr lang="ja-JP" altLang="en-US" sz="2000" dirty="0">
                <a:latin typeface="+mn-ea"/>
              </a:rPr>
              <a:t>先ずは小規模の実験環境で動作を確認</a:t>
            </a:r>
            <a:endParaRPr lang="en-US" altLang="ja-JP" sz="2000" dirty="0">
              <a:latin typeface="+mn-ea"/>
            </a:endParaRPr>
          </a:p>
          <a:p>
            <a:pPr lvl="1"/>
            <a:r>
              <a:rPr lang="ja-JP" altLang="en-US" sz="2000" dirty="0">
                <a:latin typeface="+mn-ea"/>
              </a:rPr>
              <a:t>その後、プルーニングを実装し効果を調べる</a:t>
            </a:r>
            <a:endParaRPr lang="en-US" altLang="ja-JP" sz="2000" dirty="0">
              <a:latin typeface="+mn-ea"/>
            </a:endParaRPr>
          </a:p>
          <a:p>
            <a:pPr marL="457200" lvl="1" indent="0">
              <a:buNone/>
            </a:pPr>
            <a:endParaRPr lang="en-US" altLang="ja-JP" sz="2000" dirty="0">
              <a:latin typeface="+mn-ea"/>
            </a:endParaRPr>
          </a:p>
          <a:p>
            <a:r>
              <a:rPr lang="ja-JP" altLang="en-US" sz="2000" dirty="0">
                <a:latin typeface="+mn-ea"/>
              </a:rPr>
              <a:t>大規模実験で用いるデータベースや性能評価指標を考える</a:t>
            </a:r>
            <a:endParaRPr lang="en-US" altLang="ja-JP" sz="2000" dirty="0">
              <a:latin typeface="+mn-ea"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82CC96C-86AB-6572-B585-024FB6B26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2652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BFE7BB-9337-1E19-B8B0-34AD35DD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335" y="2145696"/>
            <a:ext cx="8596668" cy="1826581"/>
          </a:xfrm>
        </p:spPr>
        <p:txBody>
          <a:bodyPr/>
          <a:lstStyle/>
          <a:p>
            <a:r>
              <a:rPr kumimoji="1" lang="ja-JP" altLang="en-US" dirty="0"/>
              <a:t>ご静聴ありがとうございました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D9EFC58-5468-F710-E2DB-E8304D0CF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81399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F1CB3C-9929-0A2A-F33C-EE837DA6D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59971"/>
          </a:xfrm>
        </p:spPr>
        <p:txBody>
          <a:bodyPr/>
          <a:lstStyle/>
          <a:p>
            <a:r>
              <a:rPr kumimoji="1" lang="ja-JP" altLang="en-US" dirty="0"/>
              <a:t>参考文献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4BB807-072F-2AD8-5A94-A3CC916EE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134" y="1815081"/>
            <a:ext cx="8596668" cy="3366520"/>
          </a:xfrm>
        </p:spPr>
        <p:txBody>
          <a:bodyPr/>
          <a:lstStyle/>
          <a:p>
            <a:pPr marL="0" indent="0">
              <a:buNone/>
            </a:pPr>
            <a:r>
              <a:rPr lang="en-US" altLang="ja-JP" dirty="0"/>
              <a:t>[1] S. Agrawal, S. Chaudhuri, and V. R. </a:t>
            </a:r>
            <a:r>
              <a:rPr lang="en-US" altLang="ja-JP" dirty="0" err="1"/>
              <a:t>Narasayya</a:t>
            </a:r>
            <a:r>
              <a:rPr lang="en-US" altLang="ja-JP" dirty="0"/>
              <a:t>. Automated Selection of Materialized Views and Indexes in SQL Databases. VLDB, (5):496–505, 2000.</a:t>
            </a:r>
          </a:p>
          <a:p>
            <a:pPr marL="0" indent="0">
              <a:buNone/>
            </a:pPr>
            <a:r>
              <a:rPr lang="en-US" altLang="ja-JP" dirty="0"/>
              <a:t>[2] H. Kimura, G. Huo, A. Rasin, S. Madden, and S. </a:t>
            </a:r>
            <a:r>
              <a:rPr lang="en-US" altLang="ja-JP" dirty="0" err="1"/>
              <a:t>Zdonik</a:t>
            </a:r>
            <a:r>
              <a:rPr lang="en-US" altLang="ja-JP" dirty="0"/>
              <a:t>. </a:t>
            </a:r>
            <a:r>
              <a:rPr lang="en-US" altLang="ja-JP" dirty="0" err="1"/>
              <a:t>Coradd</a:t>
            </a:r>
            <a:r>
              <a:rPr lang="en-US" altLang="ja-JP" dirty="0"/>
              <a:t>: Correlation aware database designer for materialized views and indexes. PVLDB, 3:1103–1113, 09 2010</a:t>
            </a:r>
          </a:p>
          <a:p>
            <a:pPr marL="0" indent="0">
              <a:buNone/>
            </a:pPr>
            <a:r>
              <a:rPr lang="en-US" altLang="ja-JP" dirty="0"/>
              <a:t>[3] L. Ma, D. V. Aken, A. </a:t>
            </a:r>
            <a:r>
              <a:rPr lang="en-US" altLang="ja-JP" dirty="0" err="1"/>
              <a:t>Hefny</a:t>
            </a:r>
            <a:r>
              <a:rPr lang="en-US" altLang="ja-JP" dirty="0"/>
              <a:t>, G. </a:t>
            </a:r>
            <a:r>
              <a:rPr lang="en-US" altLang="ja-JP" dirty="0" err="1"/>
              <a:t>Mezerhane</a:t>
            </a:r>
            <a:r>
              <a:rPr lang="en-US" altLang="ja-JP" dirty="0"/>
              <a:t>, A. Pavlo, and G. J. Gordon. </a:t>
            </a:r>
            <a:r>
              <a:rPr lang="en-US" altLang="ja-JP" dirty="0" err="1"/>
              <a:t>Querybased</a:t>
            </a:r>
            <a:r>
              <a:rPr lang="en-US" altLang="ja-JP" dirty="0"/>
              <a:t> Workload Forecasting for Self-Driving Database Management Systems. In SIGMOD, page 631–645, 2018.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CE382D3-8190-633C-BD8D-BD417F0A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72624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32E900-3F10-2107-3062-B4C203C62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28E49E-645C-4D4B-96CB-99819698BAB1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372CF65-F365-6214-2F0E-42183E79DB34}"/>
                  </a:ext>
                </a:extLst>
              </p:cNvPr>
              <p:cNvSpPr txBox="1"/>
              <p:nvPr/>
            </p:nvSpPr>
            <p:spPr>
              <a:xfrm>
                <a:off x="3404036" y="1140897"/>
                <a:ext cx="2497455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l-GR" altLang="ja-JP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𝑢𝑠𝑒𝑟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𝑛𝑎𝑚𝑒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E372CF65-F365-6214-2F0E-42183E79D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036" y="1140897"/>
                <a:ext cx="2497455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834DB1AE-DF6C-2CBB-09D0-955CDA4EE0DE}"/>
              </a:ext>
            </a:extLst>
          </p:cNvPr>
          <p:cNvCxnSpPr>
            <a:cxnSpLocks/>
          </p:cNvCxnSpPr>
          <p:nvPr/>
        </p:nvCxnSpPr>
        <p:spPr>
          <a:xfrm>
            <a:off x="4526226" y="1626316"/>
            <a:ext cx="0" cy="69818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フローチャート: 照合 7">
            <a:extLst>
              <a:ext uri="{FF2B5EF4-FFF2-40B4-BE49-F238E27FC236}">
                <a16:creationId xmlns:a16="http://schemas.microsoft.com/office/drawing/2014/main" id="{1602FEA0-5E9E-5103-27C0-1576C1CA2728}"/>
              </a:ext>
            </a:extLst>
          </p:cNvPr>
          <p:cNvSpPr/>
          <p:nvPr/>
        </p:nvSpPr>
        <p:spPr>
          <a:xfrm rot="5400000">
            <a:off x="4367218" y="2367626"/>
            <a:ext cx="318014" cy="457199"/>
          </a:xfrm>
          <a:prstGeom prst="flowChartCollat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0348559-A607-3642-B721-B096917F2826}"/>
                  </a:ext>
                </a:extLst>
              </p:cNvPr>
              <p:cNvSpPr txBox="1"/>
              <p:nvPr/>
            </p:nvSpPr>
            <p:spPr>
              <a:xfrm>
                <a:off x="4607868" y="2755233"/>
                <a:ext cx="2587247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ser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orders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user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id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0348559-A607-3642-B721-B096917F2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7868" y="2755233"/>
                <a:ext cx="2587247" cy="276999"/>
              </a:xfrm>
              <a:prstGeom prst="rect">
                <a:avLst/>
              </a:prstGeom>
              <a:blipFill>
                <a:blip r:embed="rId3"/>
                <a:stretch>
                  <a:fillRect l="-708" r="-1887" b="-111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4EF37E6-5E51-B846-B903-01664B15F55E}"/>
              </a:ext>
            </a:extLst>
          </p:cNvPr>
          <p:cNvCxnSpPr>
            <a:cxnSpLocks/>
          </p:cNvCxnSpPr>
          <p:nvPr/>
        </p:nvCxnSpPr>
        <p:spPr>
          <a:xfrm flipH="1">
            <a:off x="3738262" y="3110962"/>
            <a:ext cx="559363" cy="6401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F3E59D8C-C631-9614-AF8E-251CA7B832B5}"/>
              </a:ext>
            </a:extLst>
          </p:cNvPr>
          <p:cNvCxnSpPr>
            <a:cxnSpLocks/>
          </p:cNvCxnSpPr>
          <p:nvPr/>
        </p:nvCxnSpPr>
        <p:spPr>
          <a:xfrm>
            <a:off x="4847353" y="3102989"/>
            <a:ext cx="609602" cy="594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316443-3F7D-58F3-19C7-D5EF041D009E}"/>
                  </a:ext>
                </a:extLst>
              </p:cNvPr>
              <p:cNvSpPr txBox="1"/>
              <p:nvPr/>
            </p:nvSpPr>
            <p:spPr>
              <a:xfrm>
                <a:off x="2917998" y="3900558"/>
                <a:ext cx="1102994" cy="3994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𝑎𝑔𝑒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&gt;25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5316443-3F7D-58F3-19C7-D5EF041D00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7998" y="3900558"/>
                <a:ext cx="1102994" cy="399405"/>
              </a:xfrm>
              <a:prstGeom prst="rect">
                <a:avLst/>
              </a:prstGeom>
              <a:blipFill>
                <a:blip r:embed="rId4"/>
                <a:stretch>
                  <a:fillRect l="-2762" r="-1105" b="-215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42FBA00-D15F-8BE7-9B35-657D07A7FA44}"/>
                  </a:ext>
                </a:extLst>
              </p:cNvPr>
              <p:cNvSpPr txBox="1"/>
              <p:nvPr/>
            </p:nvSpPr>
            <p:spPr>
              <a:xfrm>
                <a:off x="5282782" y="3900558"/>
                <a:ext cx="1547283" cy="39850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ja-JP" altLang="en-US" sz="24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𝑞𝑢𝑎𝑛𝑡𝑖𝑡𝑦</m:t>
                          </m:r>
                          <m:r>
                            <a:rPr kumimoji="1" lang="en-US" altLang="ja-JP" sz="2400" b="0" i="1" smtClean="0">
                              <a:latin typeface="Cambria Math" panose="02040503050406030204" pitchFamily="18" charset="0"/>
                            </a:rPr>
                            <m:t>&gt;2</m:t>
                          </m:r>
                        </m:sub>
                      </m:sSub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042FBA00-D15F-8BE7-9B35-657D07A7F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2782" y="3900558"/>
                <a:ext cx="1547283" cy="398507"/>
              </a:xfrm>
              <a:prstGeom prst="rect">
                <a:avLst/>
              </a:prstGeom>
              <a:blipFill>
                <a:blip r:embed="rId5"/>
                <a:stretch>
                  <a:fillRect l="-1976" r="-791" b="-24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90359AEC-CE50-284C-E215-F614A7B0B9EF}"/>
              </a:ext>
            </a:extLst>
          </p:cNvPr>
          <p:cNvCxnSpPr>
            <a:cxnSpLocks/>
          </p:cNvCxnSpPr>
          <p:nvPr/>
        </p:nvCxnSpPr>
        <p:spPr>
          <a:xfrm>
            <a:off x="3404036" y="4464085"/>
            <a:ext cx="0" cy="4354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C3CA0A5F-35D7-0C2D-10E4-6A8D41EB482E}"/>
              </a:ext>
            </a:extLst>
          </p:cNvPr>
          <p:cNvCxnSpPr>
            <a:cxnSpLocks/>
          </p:cNvCxnSpPr>
          <p:nvPr/>
        </p:nvCxnSpPr>
        <p:spPr>
          <a:xfrm>
            <a:off x="6028247" y="4442313"/>
            <a:ext cx="0" cy="43542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6EF88B9A-E2ED-709A-1B11-80B098D3D9D2}"/>
                  </a:ext>
                </a:extLst>
              </p:cNvPr>
              <p:cNvSpPr txBox="1"/>
              <p:nvPr/>
            </p:nvSpPr>
            <p:spPr>
              <a:xfrm>
                <a:off x="3069809" y="5063636"/>
                <a:ext cx="668453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user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6EF88B9A-E2ED-709A-1B11-80B098D3D9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9809" y="5063636"/>
                <a:ext cx="668453" cy="369332"/>
              </a:xfrm>
              <a:prstGeom prst="rect">
                <a:avLst/>
              </a:prstGeom>
              <a:blipFill>
                <a:blip r:embed="rId6"/>
                <a:stretch>
                  <a:fillRect l="-4587" r="-4587" b="-1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F5BFF9F-9A74-E795-F1CF-0501257DFD41}"/>
                  </a:ext>
                </a:extLst>
              </p:cNvPr>
              <p:cNvSpPr txBox="1"/>
              <p:nvPr/>
            </p:nvSpPr>
            <p:spPr>
              <a:xfrm>
                <a:off x="5548147" y="5029065"/>
                <a:ext cx="96019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orders</m:t>
                      </m:r>
                    </m:oMath>
                  </m:oMathPara>
                </a14:m>
                <a:endParaRPr kumimoji="1" lang="ja-JP" altLang="en-US" sz="24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F5BFF9F-9A74-E795-F1CF-0501257DF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147" y="5029065"/>
                <a:ext cx="960199" cy="369332"/>
              </a:xfrm>
              <a:prstGeom prst="rect">
                <a:avLst/>
              </a:prstGeom>
              <a:blipFill>
                <a:blip r:embed="rId7"/>
                <a:stretch>
                  <a:fillRect l="-6329" r="-6329" b="-983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545336"/>
      </p:ext>
    </p:extLst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7EA421-16D4-46EC-BBC0-96FF6F63F779}">
  <we:reference id="wa200005566" version="3.0.0.3" store="ja-JP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3907</TotalTime>
  <Words>3530</Words>
  <Application>Microsoft Office PowerPoint</Application>
  <PresentationFormat>ワイド画面</PresentationFormat>
  <Paragraphs>337</Paragraphs>
  <Slides>23</Slides>
  <Notes>17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31" baseType="lpstr">
      <vt:lpstr>游ゴシック</vt:lpstr>
      <vt:lpstr>Arial</vt:lpstr>
      <vt:lpstr>Cambria Math</vt:lpstr>
      <vt:lpstr>Segoe UI</vt:lpstr>
      <vt:lpstr>Trebuchet MS</vt:lpstr>
      <vt:lpstr>Wingdings</vt:lpstr>
      <vt:lpstr>Wingdings 3</vt:lpstr>
      <vt:lpstr>ファセット</vt:lpstr>
      <vt:lpstr>時刻変化するワークロードに対するスキーマ最適化</vt:lpstr>
      <vt:lpstr>背景</vt:lpstr>
      <vt:lpstr>背景</vt:lpstr>
      <vt:lpstr>事前知識</vt:lpstr>
      <vt:lpstr>事前知識</vt:lpstr>
      <vt:lpstr>事前知識</vt:lpstr>
      <vt:lpstr>事前知識</vt:lpstr>
      <vt:lpstr>課題</vt:lpstr>
      <vt:lpstr>課題</vt:lpstr>
      <vt:lpstr>課題まとめ</vt:lpstr>
      <vt:lpstr>提案手法</vt:lpstr>
      <vt:lpstr>提案手法</vt:lpstr>
      <vt:lpstr>提案手法</vt:lpstr>
      <vt:lpstr>提案手法</vt:lpstr>
      <vt:lpstr>提案手法</vt:lpstr>
      <vt:lpstr>ILPによる定式化</vt:lpstr>
      <vt:lpstr>プルーニングによるスキーマ候補の削減</vt:lpstr>
      <vt:lpstr>提案手法</vt:lpstr>
      <vt:lpstr>現在の進捗</vt:lpstr>
      <vt:lpstr>今後の方針</vt:lpstr>
      <vt:lpstr>ご静聴ありがとうございました</vt:lpstr>
      <vt:lpstr>参考文献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MASUDA Kanji</dc:creator>
  <cp:lastModifiedBy>MASUDA Kanji</cp:lastModifiedBy>
  <cp:revision>14</cp:revision>
  <dcterms:created xsi:type="dcterms:W3CDTF">2025-10-31T02:05:15Z</dcterms:created>
  <dcterms:modified xsi:type="dcterms:W3CDTF">2025-11-06T02:56:18Z</dcterms:modified>
</cp:coreProperties>
</file>